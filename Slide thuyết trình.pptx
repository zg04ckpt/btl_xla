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24"/>
  </p:notesMasterIdLst>
  <p:sldIdLst>
    <p:sldId id="256" r:id="rId2"/>
    <p:sldId id="258" r:id="rId3"/>
    <p:sldId id="260" r:id="rId4"/>
    <p:sldId id="261" r:id="rId5"/>
    <p:sldId id="297" r:id="rId6"/>
    <p:sldId id="263" r:id="rId7"/>
    <p:sldId id="299" r:id="rId8"/>
    <p:sldId id="298" r:id="rId9"/>
    <p:sldId id="301" r:id="rId10"/>
    <p:sldId id="302" r:id="rId11"/>
    <p:sldId id="303" r:id="rId12"/>
    <p:sldId id="304" r:id="rId13"/>
    <p:sldId id="305" r:id="rId14"/>
    <p:sldId id="306" r:id="rId15"/>
    <p:sldId id="307" r:id="rId16"/>
    <p:sldId id="308" r:id="rId17"/>
    <p:sldId id="309" r:id="rId18"/>
    <p:sldId id="310" r:id="rId19"/>
    <p:sldId id="311" r:id="rId20"/>
    <p:sldId id="312" r:id="rId21"/>
    <p:sldId id="317" r:id="rId22"/>
    <p:sldId id="318" r:id="rId23"/>
  </p:sldIdLst>
  <p:sldSz cx="9144000" cy="5143500" type="screen16x9"/>
  <p:notesSz cx="6858000" cy="9144000"/>
  <p:embeddedFontLst>
    <p:embeddedFont>
      <p:font typeface="Alexandria" pitchFamily="2" charset="-78"/>
      <p:regular r:id="rId25"/>
      <p:bold r:id="rId26"/>
    </p:embeddedFont>
    <p:embeddedFont>
      <p:font typeface="Alexandria Black" pitchFamily="2" charset="-78"/>
      <p:bold r:id="rId27"/>
    </p:embeddedFont>
    <p:embeddedFont>
      <p:font typeface="Alexandria ExtraBold" pitchFamily="2" charset="-78"/>
      <p:bold r:id="rId28"/>
    </p:embeddedFont>
    <p:embeddedFont>
      <p:font typeface="Alexandria Light" pitchFamily="2" charset="-78"/>
      <p:regular r:id="rId29"/>
    </p:embeddedFont>
    <p:embeddedFont>
      <p:font typeface="Alexandria Medium" pitchFamily="2" charset="-78"/>
      <p:regular r:id="rId30"/>
    </p:embeddedFont>
    <p:embeddedFont>
      <p:font typeface="Cambria Math" panose="02040503050406030204" pitchFamily="18" charset="0"/>
      <p:regular r:id="rId31"/>
    </p:embeddedFont>
    <p:embeddedFont>
      <p:font typeface="Epilogue" panose="020B0604020202020204" charset="0"/>
      <p:regular r:id="rId32"/>
      <p:bold r:id="rId33"/>
      <p:italic r:id="rId34"/>
      <p:boldItalic r:id="rId35"/>
    </p:embeddedFont>
    <p:embeddedFont>
      <p:font typeface="Lato" panose="020F0502020204030203" pitchFamily="34" charset="0"/>
      <p:regular r:id="rId36"/>
      <p:bold r:id="rId37"/>
      <p:italic r:id="rId38"/>
      <p:boldItalic r:id="rId39"/>
    </p:embeddedFont>
    <p:embeddedFont>
      <p:font typeface="Nunito Light" pitchFamily="2" charset="0"/>
      <p:regular r:id="rId40"/>
      <p:italic r:id="rId41"/>
    </p:embeddedFont>
    <p:embeddedFont>
      <p:font typeface="Raleway" pitchFamily="2" charset="0"/>
      <p:regular r:id="rId42"/>
      <p:bold r:id="rId43"/>
      <p:italic r:id="rId44"/>
      <p:boldItalic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B83447-EEDE-4702-A56A-F1A35F35FB09}">
  <a:tblStyle styleId="{31B83447-EEDE-4702-A56A-F1A35F35FB0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CBE1FEF-E6FA-4E83-A384-D226EF95667E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4660"/>
  </p:normalViewPr>
  <p:slideViewPr>
    <p:cSldViewPr snapToGrid="0" showGuides="1">
      <p:cViewPr varScale="1">
        <p:scale>
          <a:sx n="97" d="100"/>
          <a:sy n="97" d="100"/>
        </p:scale>
        <p:origin x="994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font" Target="fonts/font15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42" Type="http://schemas.openxmlformats.org/officeDocument/2006/relationships/font" Target="fonts/font18.fntdata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font" Target="fonts/font14.fntdata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41" Type="http://schemas.openxmlformats.org/officeDocument/2006/relationships/font" Target="fonts/font1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font" Target="fonts/font13.fntdata"/><Relationship Id="rId40" Type="http://schemas.openxmlformats.org/officeDocument/2006/relationships/font" Target="fonts/font16.fntdata"/><Relationship Id="rId45" Type="http://schemas.openxmlformats.org/officeDocument/2006/relationships/font" Target="fonts/font2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4" Type="http://schemas.openxmlformats.org/officeDocument/2006/relationships/font" Target="fonts/font2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43" Type="http://schemas.openxmlformats.org/officeDocument/2006/relationships/font" Target="fonts/font19.fntdata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7" name="Google Shape;947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6" name="Google Shape;1016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g3484897fde9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1" name="Google Shape;1101;g3484897fde9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4">
          <a:extLst>
            <a:ext uri="{FF2B5EF4-FFF2-40B4-BE49-F238E27FC236}">
              <a16:creationId xmlns:a16="http://schemas.microsoft.com/office/drawing/2014/main" id="{F36132F0-3FAF-D5AA-32A0-57109A225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g54dda1946d_6_308:notes">
            <a:extLst>
              <a:ext uri="{FF2B5EF4-FFF2-40B4-BE49-F238E27FC236}">
                <a16:creationId xmlns:a16="http://schemas.microsoft.com/office/drawing/2014/main" id="{9016DB44-E622-2CA3-6D9B-36B28E9955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6" name="Google Shape;1016;g54dda1946d_6_308:notes">
            <a:extLst>
              <a:ext uri="{FF2B5EF4-FFF2-40B4-BE49-F238E27FC236}">
                <a16:creationId xmlns:a16="http://schemas.microsoft.com/office/drawing/2014/main" id="{75ADDBE4-3434-8D3B-216E-6022C88888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965612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g184d99d1a7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2" name="Google Shape;1132;g184d99d1a7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0">
          <a:extLst>
            <a:ext uri="{FF2B5EF4-FFF2-40B4-BE49-F238E27FC236}">
              <a16:creationId xmlns:a16="http://schemas.microsoft.com/office/drawing/2014/main" id="{567CFE4C-16C5-8129-A43F-5C9196FCB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g184d99d1a72_0_15:notes">
            <a:extLst>
              <a:ext uri="{FF2B5EF4-FFF2-40B4-BE49-F238E27FC236}">
                <a16:creationId xmlns:a16="http://schemas.microsoft.com/office/drawing/2014/main" id="{3B4B9683-4CBB-176D-B1C7-BFF450A75B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2" name="Google Shape;1132;g184d99d1a72_0_15:notes">
            <a:extLst>
              <a:ext uri="{FF2B5EF4-FFF2-40B4-BE49-F238E27FC236}">
                <a16:creationId xmlns:a16="http://schemas.microsoft.com/office/drawing/2014/main" id="{40BF9314-FE17-1EC8-3A3E-0D8AFFDCF7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5332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0">
          <a:extLst>
            <a:ext uri="{FF2B5EF4-FFF2-40B4-BE49-F238E27FC236}">
              <a16:creationId xmlns:a16="http://schemas.microsoft.com/office/drawing/2014/main" id="{357AB65E-3B71-6D31-C6FD-E09AE9F70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g184d99d1a72_0_15:notes">
            <a:extLst>
              <a:ext uri="{FF2B5EF4-FFF2-40B4-BE49-F238E27FC236}">
                <a16:creationId xmlns:a16="http://schemas.microsoft.com/office/drawing/2014/main" id="{FF808405-EB23-2E37-9D94-8D3E1DC1B8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2" name="Google Shape;1132;g184d99d1a72_0_15:notes">
            <a:extLst>
              <a:ext uri="{FF2B5EF4-FFF2-40B4-BE49-F238E27FC236}">
                <a16:creationId xmlns:a16="http://schemas.microsoft.com/office/drawing/2014/main" id="{0D43181A-CC2B-E1AC-1F90-373EF8382F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482138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0">
          <a:extLst>
            <a:ext uri="{FF2B5EF4-FFF2-40B4-BE49-F238E27FC236}">
              <a16:creationId xmlns:a16="http://schemas.microsoft.com/office/drawing/2014/main" id="{465137F9-A180-4C4F-BF52-8703A6B5D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g184d99d1a72_0_15:notes">
            <a:extLst>
              <a:ext uri="{FF2B5EF4-FFF2-40B4-BE49-F238E27FC236}">
                <a16:creationId xmlns:a16="http://schemas.microsoft.com/office/drawing/2014/main" id="{43762D79-83D8-6636-EA84-B1C46A2B00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2" name="Google Shape;1132;g184d99d1a72_0_15:notes">
            <a:extLst>
              <a:ext uri="{FF2B5EF4-FFF2-40B4-BE49-F238E27FC236}">
                <a16:creationId xmlns:a16="http://schemas.microsoft.com/office/drawing/2014/main" id="{EF1F41E1-3BF7-F786-47E8-50D2E39E10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00706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0">
          <a:extLst>
            <a:ext uri="{FF2B5EF4-FFF2-40B4-BE49-F238E27FC236}">
              <a16:creationId xmlns:a16="http://schemas.microsoft.com/office/drawing/2014/main" id="{83329AEF-124E-D0E4-A2D6-C8EE3C29B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g184d99d1a72_0_15:notes">
            <a:extLst>
              <a:ext uri="{FF2B5EF4-FFF2-40B4-BE49-F238E27FC236}">
                <a16:creationId xmlns:a16="http://schemas.microsoft.com/office/drawing/2014/main" id="{335E013D-D002-BBB2-B064-0410AAC5CF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2" name="Google Shape;1132;g184d99d1a72_0_15:notes">
            <a:extLst>
              <a:ext uri="{FF2B5EF4-FFF2-40B4-BE49-F238E27FC236}">
                <a16:creationId xmlns:a16="http://schemas.microsoft.com/office/drawing/2014/main" id="{F09AD9B3-4127-C0EA-9533-8300B1F826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35878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0">
          <a:extLst>
            <a:ext uri="{FF2B5EF4-FFF2-40B4-BE49-F238E27FC236}">
              <a16:creationId xmlns:a16="http://schemas.microsoft.com/office/drawing/2014/main" id="{1F1CB72C-6B48-25DE-799F-59CEFE46A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g184d99d1a72_0_15:notes">
            <a:extLst>
              <a:ext uri="{FF2B5EF4-FFF2-40B4-BE49-F238E27FC236}">
                <a16:creationId xmlns:a16="http://schemas.microsoft.com/office/drawing/2014/main" id="{055A44F6-256C-147F-BC14-1A9C0F82C4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2" name="Google Shape;1132;g184d99d1a72_0_15:notes">
            <a:extLst>
              <a:ext uri="{FF2B5EF4-FFF2-40B4-BE49-F238E27FC236}">
                <a16:creationId xmlns:a16="http://schemas.microsoft.com/office/drawing/2014/main" id="{B4BB9684-0848-937B-6E72-145D43598C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473106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0">
          <a:extLst>
            <a:ext uri="{FF2B5EF4-FFF2-40B4-BE49-F238E27FC236}">
              <a16:creationId xmlns:a16="http://schemas.microsoft.com/office/drawing/2014/main" id="{7501B7E8-39A5-2918-8973-2A276EC31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g184d99d1a72_0_15:notes">
            <a:extLst>
              <a:ext uri="{FF2B5EF4-FFF2-40B4-BE49-F238E27FC236}">
                <a16:creationId xmlns:a16="http://schemas.microsoft.com/office/drawing/2014/main" id="{656D207F-8E40-D3FA-2793-54F491630A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2" name="Google Shape;1132;g184d99d1a72_0_15:notes">
            <a:extLst>
              <a:ext uri="{FF2B5EF4-FFF2-40B4-BE49-F238E27FC236}">
                <a16:creationId xmlns:a16="http://schemas.microsoft.com/office/drawing/2014/main" id="{916C8002-9C33-321F-D929-6D9170ABD7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31048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0">
          <a:extLst>
            <a:ext uri="{FF2B5EF4-FFF2-40B4-BE49-F238E27FC236}">
              <a16:creationId xmlns:a16="http://schemas.microsoft.com/office/drawing/2014/main" id="{968E6810-656C-30CB-A141-9E67923CF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g184d99d1a72_0_15:notes">
            <a:extLst>
              <a:ext uri="{FF2B5EF4-FFF2-40B4-BE49-F238E27FC236}">
                <a16:creationId xmlns:a16="http://schemas.microsoft.com/office/drawing/2014/main" id="{AD7FF57A-569B-907D-C3F2-4C053D2B47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2" name="Google Shape;1132;g184d99d1a72_0_15:notes">
            <a:extLst>
              <a:ext uri="{FF2B5EF4-FFF2-40B4-BE49-F238E27FC236}">
                <a16:creationId xmlns:a16="http://schemas.microsoft.com/office/drawing/2014/main" id="{97C99D71-B6BF-A116-D1FE-4E7681E4ED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41785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4">
          <a:extLst>
            <a:ext uri="{FF2B5EF4-FFF2-40B4-BE49-F238E27FC236}">
              <a16:creationId xmlns:a16="http://schemas.microsoft.com/office/drawing/2014/main" id="{B82BB5E3-56D8-FE90-2F20-9F794D1E0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g54dda1946d_6_308:notes">
            <a:extLst>
              <a:ext uri="{FF2B5EF4-FFF2-40B4-BE49-F238E27FC236}">
                <a16:creationId xmlns:a16="http://schemas.microsoft.com/office/drawing/2014/main" id="{C2E201FB-17C7-FFA3-8203-DA1A848CEC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6" name="Google Shape;1016;g54dda1946d_6_308:notes">
            <a:extLst>
              <a:ext uri="{FF2B5EF4-FFF2-40B4-BE49-F238E27FC236}">
                <a16:creationId xmlns:a16="http://schemas.microsoft.com/office/drawing/2014/main" id="{1E4B90FD-D608-B30B-D94F-6721FE8834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816065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Google Shape;1303;g216241d4a3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4" name="Google Shape;1304;g216241d4a3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98883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Google Shape;1303;g216241d4a3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4" name="Google Shape;1304;g216241d4a3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98883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Google Shape;1303;g216241d4a3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4" name="Google Shape;1304;g216241d4a3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16528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Google Shape;1303;g216241d4a3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4" name="Google Shape;1304;g216241d4a3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67074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Google Shape;1303;g216241d4a3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4" name="Google Shape;1304;g216241d4a3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03284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Google Shape;1303;g216241d4a3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4" name="Google Shape;1304;g216241d4a3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947221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Google Shape;1303;g216241d4a3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4" name="Google Shape;1304;g216241d4a3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2980579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4">
          <a:extLst>
            <a:ext uri="{FF2B5EF4-FFF2-40B4-BE49-F238E27FC236}">
              <a16:creationId xmlns:a16="http://schemas.microsoft.com/office/drawing/2014/main" id="{2DE57703-0E45-E8EB-9EBD-37190EBC3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g54dda1946d_6_308:notes">
            <a:extLst>
              <a:ext uri="{FF2B5EF4-FFF2-40B4-BE49-F238E27FC236}">
                <a16:creationId xmlns:a16="http://schemas.microsoft.com/office/drawing/2014/main" id="{E2EB5664-5E11-2ED8-9848-A0AE5926A7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6" name="Google Shape;1016;g54dda1946d_6_308:notes">
            <a:extLst>
              <a:ext uri="{FF2B5EF4-FFF2-40B4-BE49-F238E27FC236}">
                <a16:creationId xmlns:a16="http://schemas.microsoft.com/office/drawing/2014/main" id="{51B8E0B0-255C-E80F-D6D1-9A229B9CCA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5109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1144500"/>
            <a:ext cx="4112100" cy="237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>
                <a:latin typeface="Epilogue"/>
                <a:ea typeface="Epilogue"/>
                <a:cs typeface="Epilogue"/>
                <a:sym typeface="Epilogu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523200"/>
            <a:ext cx="41121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 rot="10800000">
            <a:off x="-1604593" y="-845132"/>
            <a:ext cx="3281418" cy="2132806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-9899992" flipH="1">
            <a:off x="-1515196" y="4121356"/>
            <a:ext cx="3953580" cy="1921771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047175" y="2571975"/>
            <a:ext cx="43836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4047175" y="1321975"/>
            <a:ext cx="1235700" cy="841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>
            <a:spLocks noGrp="1"/>
          </p:cNvSpPr>
          <p:nvPr>
            <p:ph type="pic" idx="3"/>
          </p:nvPr>
        </p:nvSpPr>
        <p:spPr>
          <a:xfrm>
            <a:off x="484625" y="1076550"/>
            <a:ext cx="2990400" cy="2990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7" name="Google Shape;17;p3"/>
          <p:cNvSpPr/>
          <p:nvPr/>
        </p:nvSpPr>
        <p:spPr>
          <a:xfrm rot="-3263452" flipH="1">
            <a:off x="5847147" y="3927927"/>
            <a:ext cx="2997856" cy="2576292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/>
          <p:cNvSpPr/>
          <p:nvPr/>
        </p:nvSpPr>
        <p:spPr>
          <a:xfrm rot="460623" flipH="1">
            <a:off x="6387251" y="-1517085"/>
            <a:ext cx="4087061" cy="330470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 rot="-4592116" flipH="1">
            <a:off x="6189" y="113200"/>
            <a:ext cx="642877" cy="519829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 txBox="1">
            <a:spLocks noGrp="1"/>
          </p:cNvSpPr>
          <p:nvPr>
            <p:ph type="title"/>
          </p:nvPr>
        </p:nvSpPr>
        <p:spPr>
          <a:xfrm>
            <a:off x="811975" y="1032900"/>
            <a:ext cx="2804400" cy="100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7"/>
          <p:cNvSpPr txBox="1">
            <a:spLocks noGrp="1"/>
          </p:cNvSpPr>
          <p:nvPr>
            <p:ph type="subTitle" idx="1"/>
          </p:nvPr>
        </p:nvSpPr>
        <p:spPr>
          <a:xfrm>
            <a:off x="811975" y="2039700"/>
            <a:ext cx="4294800" cy="20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39" name="Google Shape;139;p7"/>
          <p:cNvSpPr>
            <a:spLocks noGrp="1"/>
          </p:cNvSpPr>
          <p:nvPr>
            <p:ph type="pic" idx="2"/>
          </p:nvPr>
        </p:nvSpPr>
        <p:spPr>
          <a:xfrm>
            <a:off x="5668975" y="1076550"/>
            <a:ext cx="2990400" cy="2990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40" name="Google Shape;140;p7"/>
          <p:cNvSpPr/>
          <p:nvPr/>
        </p:nvSpPr>
        <p:spPr>
          <a:xfrm rot="-2381697">
            <a:off x="-1265120" y="-661594"/>
            <a:ext cx="3096202" cy="2008988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7"/>
          <p:cNvSpPr/>
          <p:nvPr/>
        </p:nvSpPr>
        <p:spPr>
          <a:xfrm rot="-7296874">
            <a:off x="-735040" y="4231574"/>
            <a:ext cx="2036053" cy="1508864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2" name="Google Shape;142;p7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143" name="Google Shape;143;p7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144" name="Google Shape;144;p7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" name="Google Shape;145;p7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" name="Google Shape;146;p7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7" name="Google Shape;147;p7"/>
            <p:cNvSpPr/>
            <p:nvPr/>
          </p:nvSpPr>
          <p:spPr>
            <a:xfrm>
              <a:off x="1303210" y="4628965"/>
              <a:ext cx="68735" cy="82063"/>
            </a:xfrm>
            <a:custGeom>
              <a:avLst/>
              <a:gdLst/>
              <a:ahLst/>
              <a:cxnLst/>
              <a:rect l="l" t="t" r="r" b="b"/>
              <a:pathLst>
                <a:path w="68735" h="82063" extrusionOk="0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50" name="Google Shape;150;p8"/>
          <p:cNvSpPr/>
          <p:nvPr/>
        </p:nvSpPr>
        <p:spPr>
          <a:xfrm rot="-3263452" flipH="1">
            <a:off x="5847147" y="3927927"/>
            <a:ext cx="2997856" cy="2576292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8"/>
          <p:cNvSpPr/>
          <p:nvPr/>
        </p:nvSpPr>
        <p:spPr>
          <a:xfrm rot="460623" flipH="1">
            <a:off x="6387251" y="-1517085"/>
            <a:ext cx="4087061" cy="330470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8"/>
          <p:cNvSpPr/>
          <p:nvPr/>
        </p:nvSpPr>
        <p:spPr>
          <a:xfrm rot="-4592116" flipH="1">
            <a:off x="6189" y="113200"/>
            <a:ext cx="642877" cy="519829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9"/>
          <p:cNvSpPr/>
          <p:nvPr/>
        </p:nvSpPr>
        <p:spPr>
          <a:xfrm rot="3263452">
            <a:off x="-163955" y="3927927"/>
            <a:ext cx="2997856" cy="2576292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9"/>
          <p:cNvSpPr/>
          <p:nvPr/>
        </p:nvSpPr>
        <p:spPr>
          <a:xfrm rot="-460623">
            <a:off x="-1793263" y="-1517085"/>
            <a:ext cx="4087061" cy="330470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9"/>
          <p:cNvSpPr/>
          <p:nvPr/>
        </p:nvSpPr>
        <p:spPr>
          <a:xfrm rot="4592047">
            <a:off x="7797256" y="593203"/>
            <a:ext cx="1475158" cy="1192809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42" name="Google Shape;242;p13"/>
          <p:cNvSpPr txBox="1">
            <a:spLocks noGrp="1"/>
          </p:cNvSpPr>
          <p:nvPr>
            <p:ph type="title" idx="2" hasCustomPrompt="1"/>
          </p:nvPr>
        </p:nvSpPr>
        <p:spPr>
          <a:xfrm>
            <a:off x="1100975" y="1203373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3" name="Google Shape;243;p13"/>
          <p:cNvSpPr txBox="1">
            <a:spLocks noGrp="1"/>
          </p:cNvSpPr>
          <p:nvPr>
            <p:ph type="title" idx="3" hasCustomPrompt="1"/>
          </p:nvPr>
        </p:nvSpPr>
        <p:spPr>
          <a:xfrm>
            <a:off x="1100975" y="2789203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4" name="Google Shape;244;p13"/>
          <p:cNvSpPr txBox="1">
            <a:spLocks noGrp="1"/>
          </p:cNvSpPr>
          <p:nvPr>
            <p:ph type="title" idx="4" hasCustomPrompt="1"/>
          </p:nvPr>
        </p:nvSpPr>
        <p:spPr>
          <a:xfrm>
            <a:off x="3419250" y="1203373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5" name="Google Shape;245;p13"/>
          <p:cNvSpPr txBox="1">
            <a:spLocks noGrp="1"/>
          </p:cNvSpPr>
          <p:nvPr>
            <p:ph type="title" idx="5" hasCustomPrompt="1"/>
          </p:nvPr>
        </p:nvSpPr>
        <p:spPr>
          <a:xfrm>
            <a:off x="3419250" y="2789203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6" name="Google Shape;246;p13"/>
          <p:cNvSpPr txBox="1">
            <a:spLocks noGrp="1"/>
          </p:cNvSpPr>
          <p:nvPr>
            <p:ph type="title" idx="6" hasCustomPrompt="1"/>
          </p:nvPr>
        </p:nvSpPr>
        <p:spPr>
          <a:xfrm>
            <a:off x="5737525" y="1203373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7" name="Google Shape;247;p13"/>
          <p:cNvSpPr txBox="1">
            <a:spLocks noGrp="1"/>
          </p:cNvSpPr>
          <p:nvPr>
            <p:ph type="title" idx="7" hasCustomPrompt="1"/>
          </p:nvPr>
        </p:nvSpPr>
        <p:spPr>
          <a:xfrm>
            <a:off x="5737525" y="2789203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8" name="Google Shape;248;p13"/>
          <p:cNvSpPr txBox="1">
            <a:spLocks noGrp="1"/>
          </p:cNvSpPr>
          <p:nvPr>
            <p:ph type="subTitle" idx="1"/>
          </p:nvPr>
        </p:nvSpPr>
        <p:spPr>
          <a:xfrm>
            <a:off x="1100975" y="1912475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49" name="Google Shape;249;p13"/>
          <p:cNvSpPr txBox="1">
            <a:spLocks noGrp="1"/>
          </p:cNvSpPr>
          <p:nvPr>
            <p:ph type="subTitle" idx="8"/>
          </p:nvPr>
        </p:nvSpPr>
        <p:spPr>
          <a:xfrm>
            <a:off x="3419250" y="1912475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50" name="Google Shape;250;p13"/>
          <p:cNvSpPr txBox="1">
            <a:spLocks noGrp="1"/>
          </p:cNvSpPr>
          <p:nvPr>
            <p:ph type="subTitle" idx="9"/>
          </p:nvPr>
        </p:nvSpPr>
        <p:spPr>
          <a:xfrm>
            <a:off x="5737525" y="1912475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51" name="Google Shape;251;p13"/>
          <p:cNvSpPr txBox="1">
            <a:spLocks noGrp="1"/>
          </p:cNvSpPr>
          <p:nvPr>
            <p:ph type="subTitle" idx="13"/>
          </p:nvPr>
        </p:nvSpPr>
        <p:spPr>
          <a:xfrm>
            <a:off x="1100975" y="3498350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52" name="Google Shape;252;p13"/>
          <p:cNvSpPr txBox="1">
            <a:spLocks noGrp="1"/>
          </p:cNvSpPr>
          <p:nvPr>
            <p:ph type="subTitle" idx="14"/>
          </p:nvPr>
        </p:nvSpPr>
        <p:spPr>
          <a:xfrm>
            <a:off x="3419250" y="3498350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53" name="Google Shape;253;p13"/>
          <p:cNvSpPr txBox="1">
            <a:spLocks noGrp="1"/>
          </p:cNvSpPr>
          <p:nvPr>
            <p:ph type="subTitle" idx="15"/>
          </p:nvPr>
        </p:nvSpPr>
        <p:spPr>
          <a:xfrm>
            <a:off x="5737525" y="3498350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54" name="Google Shape;254;p13"/>
          <p:cNvSpPr/>
          <p:nvPr/>
        </p:nvSpPr>
        <p:spPr>
          <a:xfrm rot="8819869" flipH="1">
            <a:off x="7035528" y="3933627"/>
            <a:ext cx="3158468" cy="2509642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3"/>
          <p:cNvSpPr/>
          <p:nvPr/>
        </p:nvSpPr>
        <p:spPr>
          <a:xfrm rot="-3657034" flipH="1">
            <a:off x="-1336268" y="-858934"/>
            <a:ext cx="2746020" cy="1921695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6" name="Google Shape;256;p13"/>
          <p:cNvGrpSpPr/>
          <p:nvPr/>
        </p:nvGrpSpPr>
        <p:grpSpPr>
          <a:xfrm>
            <a:off x="8114970" y="266839"/>
            <a:ext cx="829992" cy="750888"/>
            <a:chOff x="8114596" y="445039"/>
            <a:chExt cx="633002" cy="572716"/>
          </a:xfrm>
        </p:grpSpPr>
        <p:grpSp>
          <p:nvGrpSpPr>
            <p:cNvPr id="257" name="Google Shape;257;p13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258" name="Google Shape;258;p13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avLst/>
                <a:gdLst/>
                <a:ahLst/>
                <a:cxnLst/>
                <a:rect l="l" t="t" r="r" b="b"/>
                <a:pathLst>
                  <a:path w="598074" h="541115" extrusionOk="0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59" name="Google Shape;259;p13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260" name="Google Shape;260;p13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1" name="Google Shape;261;p13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2" name="Google Shape;262;p13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63" name="Google Shape;263;p13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264" name="Google Shape;264;p13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avLst/>
                <a:gdLst/>
                <a:ahLst/>
                <a:cxnLst/>
                <a:rect l="l" t="t" r="r" b="b"/>
                <a:pathLst>
                  <a:path w="218503" h="218217" extrusionOk="0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65" name="Google Shape;265;p13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266" name="Google Shape;266;p13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267" name="Google Shape;267;p13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8" name="Google Shape;268;p13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69" name="Google Shape;269;p13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270" name="Google Shape;270;p13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1" name="Google Shape;271;p13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72" name="Google Shape;272;p13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273" name="Google Shape;273;p13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4" name="Google Shape;274;p13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sp>
        <p:nvSpPr>
          <p:cNvPr id="275" name="Google Shape;275;p13"/>
          <p:cNvSpPr/>
          <p:nvPr/>
        </p:nvSpPr>
        <p:spPr>
          <a:xfrm>
            <a:off x="62832" y="4828541"/>
            <a:ext cx="734045" cy="45268"/>
          </a:xfrm>
          <a:custGeom>
            <a:avLst/>
            <a:gdLst/>
            <a:ahLst/>
            <a:cxnLst/>
            <a:rect l="l" t="t" r="r" b="b"/>
            <a:pathLst>
              <a:path w="824770" h="50863" extrusionOk="0">
                <a:moveTo>
                  <a:pt x="799338" y="50863"/>
                </a:moveTo>
                <a:lnTo>
                  <a:pt x="25432" y="50863"/>
                </a:lnTo>
                <a:cubicBezTo>
                  <a:pt x="11430" y="50863"/>
                  <a:pt x="0" y="39433"/>
                  <a:pt x="0" y="25432"/>
                </a:cubicBezTo>
                <a:lnTo>
                  <a:pt x="0" y="25432"/>
                </a:lnTo>
                <a:cubicBezTo>
                  <a:pt x="0" y="11430"/>
                  <a:pt x="11430" y="0"/>
                  <a:pt x="25432" y="0"/>
                </a:cubicBezTo>
                <a:lnTo>
                  <a:pt x="799338" y="0"/>
                </a:lnTo>
                <a:cubicBezTo>
                  <a:pt x="813339" y="0"/>
                  <a:pt x="824770" y="11430"/>
                  <a:pt x="824770" y="25432"/>
                </a:cubicBezTo>
                <a:lnTo>
                  <a:pt x="824770" y="25432"/>
                </a:lnTo>
                <a:cubicBezTo>
                  <a:pt x="824770" y="39433"/>
                  <a:pt x="813339" y="50863"/>
                  <a:pt x="799338" y="50863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6" name="Google Shape;276;p13"/>
          <p:cNvGrpSpPr/>
          <p:nvPr/>
        </p:nvGrpSpPr>
        <p:grpSpPr>
          <a:xfrm>
            <a:off x="103395" y="3891186"/>
            <a:ext cx="668783" cy="959747"/>
            <a:chOff x="10519314" y="4728596"/>
            <a:chExt cx="751780" cy="1078731"/>
          </a:xfrm>
        </p:grpSpPr>
        <p:grpSp>
          <p:nvGrpSpPr>
            <p:cNvPr id="277" name="Google Shape;277;p13"/>
            <p:cNvGrpSpPr/>
            <p:nvPr/>
          </p:nvGrpSpPr>
          <p:grpSpPr>
            <a:xfrm>
              <a:off x="10519314" y="4728596"/>
              <a:ext cx="626662" cy="1078731"/>
              <a:chOff x="10519314" y="4728596"/>
              <a:chExt cx="626662" cy="1078731"/>
            </a:xfrm>
          </p:grpSpPr>
          <p:grpSp>
            <p:nvGrpSpPr>
              <p:cNvPr id="278" name="Google Shape;278;p13"/>
              <p:cNvGrpSpPr/>
              <p:nvPr/>
            </p:nvGrpSpPr>
            <p:grpSpPr>
              <a:xfrm>
                <a:off x="10903220" y="4888205"/>
                <a:ext cx="242756" cy="919122"/>
                <a:chOff x="10903220" y="4888205"/>
                <a:chExt cx="242756" cy="919122"/>
              </a:xfrm>
            </p:grpSpPr>
            <p:sp>
              <p:nvSpPr>
                <p:cNvPr id="279" name="Google Shape;279;p13"/>
                <p:cNvSpPr/>
                <p:nvPr/>
              </p:nvSpPr>
              <p:spPr>
                <a:xfrm rot="-447735">
                  <a:off x="10961814" y="4892503"/>
                  <a:ext cx="125567" cy="9105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444" h="909637" extrusionOk="0">
                      <a:moveTo>
                        <a:pt x="0" y="0"/>
                      </a:moveTo>
                      <a:lnTo>
                        <a:pt x="125445" y="0"/>
                      </a:lnTo>
                      <a:lnTo>
                        <a:pt x="125445" y="909637"/>
                      </a:lnTo>
                      <a:lnTo>
                        <a:pt x="0" y="90963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0" name="Google Shape;280;p13"/>
                <p:cNvSpPr/>
                <p:nvPr/>
              </p:nvSpPr>
              <p:spPr>
                <a:xfrm>
                  <a:off x="10952422" y="4933194"/>
                  <a:ext cx="42088" cy="420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088" h="42088" extrusionOk="0">
                      <a:moveTo>
                        <a:pt x="41904" y="18282"/>
                      </a:moveTo>
                      <a:cubicBezTo>
                        <a:pt x="43428" y="29807"/>
                        <a:pt x="35331" y="40380"/>
                        <a:pt x="23806" y="41904"/>
                      </a:cubicBezTo>
                      <a:cubicBezTo>
                        <a:pt x="12281" y="43428"/>
                        <a:pt x="1709" y="35332"/>
                        <a:pt x="184" y="23806"/>
                      </a:cubicBezTo>
                      <a:cubicBezTo>
                        <a:pt x="-1340" y="12281"/>
                        <a:pt x="6756" y="1708"/>
                        <a:pt x="18282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1" name="Google Shape;281;p13"/>
                <p:cNvSpPr/>
                <p:nvPr/>
              </p:nvSpPr>
              <p:spPr>
                <a:xfrm>
                  <a:off x="10961186" y="5000250"/>
                  <a:ext cx="42087" cy="420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087" h="42087" extrusionOk="0">
                      <a:moveTo>
                        <a:pt x="41904" y="18282"/>
                      </a:moveTo>
                      <a:cubicBezTo>
                        <a:pt x="43427" y="29807"/>
                        <a:pt x="35331" y="40380"/>
                        <a:pt x="23806" y="41904"/>
                      </a:cubicBezTo>
                      <a:cubicBezTo>
                        <a:pt x="12280" y="43428"/>
                        <a:pt x="1708" y="35332"/>
                        <a:pt x="184" y="23806"/>
                      </a:cubicBezTo>
                      <a:cubicBezTo>
                        <a:pt x="-1340" y="12281"/>
                        <a:pt x="6756" y="1708"/>
                        <a:pt x="18281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82" name="Google Shape;282;p13"/>
                <p:cNvGrpSpPr/>
                <p:nvPr/>
              </p:nvGrpSpPr>
              <p:grpSpPr>
                <a:xfrm>
                  <a:off x="11014221" y="5588618"/>
                  <a:ext cx="100021" cy="114784"/>
                  <a:chOff x="11014221" y="5588618"/>
                  <a:chExt cx="100021" cy="114784"/>
                </a:xfrm>
              </p:grpSpPr>
              <p:sp>
                <p:nvSpPr>
                  <p:cNvPr id="283" name="Google Shape;283;p13"/>
                  <p:cNvSpPr/>
                  <p:nvPr/>
                </p:nvSpPr>
                <p:spPr>
                  <a:xfrm rot="-447735">
                    <a:off x="11014826" y="5594269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49"/>
                        </a:lnTo>
                        <a:lnTo>
                          <a:pt x="0" y="15049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4" name="Google Shape;284;p13"/>
                  <p:cNvSpPr/>
                  <p:nvPr/>
                </p:nvSpPr>
                <p:spPr>
                  <a:xfrm rot="-447735">
                    <a:off x="11018646" y="5623150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5" name="Google Shape;285;p13"/>
                  <p:cNvSpPr/>
                  <p:nvPr/>
                </p:nvSpPr>
                <p:spPr>
                  <a:xfrm rot="-447735">
                    <a:off x="11021820" y="5653805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6" name="Google Shape;286;p13"/>
                  <p:cNvSpPr/>
                  <p:nvPr/>
                </p:nvSpPr>
                <p:spPr>
                  <a:xfrm rot="-447735">
                    <a:off x="11025635" y="5682688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5" y="0"/>
                        </a:lnTo>
                        <a:lnTo>
                          <a:pt x="87915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287" name="Google Shape;287;p13"/>
              <p:cNvGrpSpPr/>
              <p:nvPr/>
            </p:nvGrpSpPr>
            <p:grpSpPr>
              <a:xfrm>
                <a:off x="10718623" y="4728596"/>
                <a:ext cx="229169" cy="1075979"/>
                <a:chOff x="10718623" y="4728596"/>
                <a:chExt cx="229169" cy="1075979"/>
              </a:xfrm>
            </p:grpSpPr>
            <p:sp>
              <p:nvSpPr>
                <p:cNvPr id="288" name="Google Shape;288;p13"/>
                <p:cNvSpPr/>
                <p:nvPr/>
              </p:nvSpPr>
              <p:spPr>
                <a:xfrm rot="-172174">
                  <a:off x="10745259" y="4732329"/>
                  <a:ext cx="175897" cy="1068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117" h="1069848" extrusionOk="0">
                      <a:moveTo>
                        <a:pt x="0" y="0"/>
                      </a:moveTo>
                      <a:lnTo>
                        <a:pt x="176117" y="0"/>
                      </a:lnTo>
                      <a:lnTo>
                        <a:pt x="176117" y="1069848"/>
                      </a:lnTo>
                      <a:lnTo>
                        <a:pt x="0" y="106984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9" name="Google Shape;289;p13"/>
                <p:cNvSpPr/>
                <p:nvPr/>
              </p:nvSpPr>
              <p:spPr>
                <a:xfrm>
                  <a:off x="10787634" y="5182743"/>
                  <a:ext cx="87629" cy="876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629" h="87630" extrusionOk="0">
                      <a:moveTo>
                        <a:pt x="87630" y="43815"/>
                      </a:moveTo>
                      <a:cubicBezTo>
                        <a:pt x="87630" y="68013"/>
                        <a:pt x="68014" y="87630"/>
                        <a:pt x="43815" y="87630"/>
                      </a:cubicBezTo>
                      <a:cubicBezTo>
                        <a:pt x="19617" y="87630"/>
                        <a:pt x="1" y="68014"/>
                        <a:pt x="1" y="43815"/>
                      </a:cubicBezTo>
                      <a:cubicBezTo>
                        <a:pt x="1" y="19617"/>
                        <a:pt x="19617" y="0"/>
                        <a:pt x="43815" y="0"/>
                      </a:cubicBezTo>
                      <a:cubicBezTo>
                        <a:pt x="68014" y="0"/>
                        <a:pt x="87630" y="19616"/>
                        <a:pt x="87630" y="438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90" name="Google Shape;290;p13"/>
                <p:cNvGrpSpPr/>
                <p:nvPr/>
              </p:nvGrpSpPr>
              <p:grpSpPr>
                <a:xfrm>
                  <a:off x="10765015" y="5040134"/>
                  <a:ext cx="116314" cy="49775"/>
                  <a:chOff x="10765015" y="5040134"/>
                  <a:chExt cx="116314" cy="49775"/>
                </a:xfrm>
              </p:grpSpPr>
              <p:sp>
                <p:nvSpPr>
                  <p:cNvPr id="291" name="Google Shape;291;p13"/>
                  <p:cNvSpPr/>
                  <p:nvPr/>
                </p:nvSpPr>
                <p:spPr>
                  <a:xfrm rot="-172174">
                    <a:off x="10765318" y="5042987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2" name="Google Shape;292;p13"/>
                  <p:cNvSpPr/>
                  <p:nvPr/>
                </p:nvSpPr>
                <p:spPr>
                  <a:xfrm rot="-172174">
                    <a:off x="10766681" y="5072121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93" name="Google Shape;293;p13"/>
                <p:cNvGrpSpPr/>
                <p:nvPr/>
              </p:nvGrpSpPr>
              <p:grpSpPr>
                <a:xfrm>
                  <a:off x="10784825" y="5436314"/>
                  <a:ext cx="116414" cy="49961"/>
                  <a:chOff x="10784825" y="5436314"/>
                  <a:chExt cx="116414" cy="49961"/>
                </a:xfrm>
              </p:grpSpPr>
              <p:sp>
                <p:nvSpPr>
                  <p:cNvPr id="294" name="Google Shape;294;p13"/>
                  <p:cNvSpPr/>
                  <p:nvPr/>
                </p:nvSpPr>
                <p:spPr>
                  <a:xfrm rot="-172174">
                    <a:off x="10785128" y="5439167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5" name="Google Shape;295;p13"/>
                  <p:cNvSpPr/>
                  <p:nvPr/>
                </p:nvSpPr>
                <p:spPr>
                  <a:xfrm rot="-172174">
                    <a:off x="10786591" y="5468487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296" name="Google Shape;296;p13"/>
              <p:cNvGrpSpPr/>
              <p:nvPr/>
            </p:nvGrpSpPr>
            <p:grpSpPr>
              <a:xfrm>
                <a:off x="10519314" y="4813458"/>
                <a:ext cx="202120" cy="992123"/>
                <a:chOff x="10519314" y="4813458"/>
                <a:chExt cx="202120" cy="992123"/>
              </a:xfrm>
            </p:grpSpPr>
            <p:sp>
              <p:nvSpPr>
                <p:cNvPr id="297" name="Google Shape;297;p13"/>
                <p:cNvSpPr/>
                <p:nvPr/>
              </p:nvSpPr>
              <p:spPr>
                <a:xfrm>
                  <a:off x="10519314" y="4813458"/>
                  <a:ext cx="202120" cy="9921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120" h="992123" extrusionOk="0">
                      <a:moveTo>
                        <a:pt x="0" y="0"/>
                      </a:moveTo>
                      <a:lnTo>
                        <a:pt x="202120" y="0"/>
                      </a:lnTo>
                      <a:lnTo>
                        <a:pt x="202120" y="992124"/>
                      </a:lnTo>
                      <a:lnTo>
                        <a:pt x="0" y="99212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8" name="Google Shape;298;p13"/>
                <p:cNvSpPr/>
                <p:nvPr/>
              </p:nvSpPr>
              <p:spPr>
                <a:xfrm>
                  <a:off x="10558843" y="4891468"/>
                  <a:ext cx="123063" cy="123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63" h="123062" extrusionOk="0">
                      <a:moveTo>
                        <a:pt x="123063" y="61532"/>
                      </a:moveTo>
                      <a:cubicBezTo>
                        <a:pt x="123063" y="95514"/>
                        <a:pt x="95514" y="123063"/>
                        <a:pt x="61531" y="123063"/>
                      </a:cubicBezTo>
                      <a:cubicBezTo>
                        <a:pt x="27548" y="123063"/>
                        <a:pt x="-1" y="95514"/>
                        <a:pt x="-1" y="61532"/>
                      </a:cubicBezTo>
                      <a:cubicBezTo>
                        <a:pt x="-1" y="27549"/>
                        <a:pt x="27548" y="0"/>
                        <a:pt x="61531" y="0"/>
                      </a:cubicBezTo>
                      <a:cubicBezTo>
                        <a:pt x="95514" y="0"/>
                        <a:pt x="123063" y="27549"/>
                        <a:pt x="123063" y="6153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99" name="Google Shape;299;p13"/>
                <p:cNvGrpSpPr/>
                <p:nvPr/>
              </p:nvGrpSpPr>
              <p:grpSpPr>
                <a:xfrm>
                  <a:off x="10556176" y="5465730"/>
                  <a:ext cx="128397" cy="44196"/>
                  <a:chOff x="10556176" y="5465730"/>
                  <a:chExt cx="128397" cy="44196"/>
                </a:xfrm>
              </p:grpSpPr>
              <p:sp>
                <p:nvSpPr>
                  <p:cNvPr id="300" name="Google Shape;300;p13"/>
                  <p:cNvSpPr/>
                  <p:nvPr/>
                </p:nvSpPr>
                <p:spPr>
                  <a:xfrm>
                    <a:off x="10556176" y="5465730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1" name="Google Shape;301;p13"/>
                  <p:cNvSpPr/>
                  <p:nvPr/>
                </p:nvSpPr>
                <p:spPr>
                  <a:xfrm>
                    <a:off x="10556176" y="5494972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02" name="Google Shape;302;p13"/>
                <p:cNvGrpSpPr/>
                <p:nvPr/>
              </p:nvGrpSpPr>
              <p:grpSpPr>
                <a:xfrm>
                  <a:off x="10556176" y="5689187"/>
                  <a:ext cx="128397" cy="44196"/>
                  <a:chOff x="10556176" y="5689187"/>
                  <a:chExt cx="128397" cy="44196"/>
                </a:xfrm>
              </p:grpSpPr>
              <p:sp>
                <p:nvSpPr>
                  <p:cNvPr id="303" name="Google Shape;303;p13"/>
                  <p:cNvSpPr/>
                  <p:nvPr/>
                </p:nvSpPr>
                <p:spPr>
                  <a:xfrm>
                    <a:off x="10556176" y="5689187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4" name="Google Shape;304;p13"/>
                  <p:cNvSpPr/>
                  <p:nvPr/>
                </p:nvSpPr>
                <p:spPr>
                  <a:xfrm>
                    <a:off x="10556176" y="5718429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305" name="Google Shape;305;p13"/>
            <p:cNvGrpSpPr/>
            <p:nvPr/>
          </p:nvGrpSpPr>
          <p:grpSpPr>
            <a:xfrm>
              <a:off x="11058042" y="5088325"/>
              <a:ext cx="213052" cy="717953"/>
              <a:chOff x="11058042" y="5088325"/>
              <a:chExt cx="213052" cy="717953"/>
            </a:xfrm>
          </p:grpSpPr>
          <p:sp>
            <p:nvSpPr>
              <p:cNvPr id="306" name="Google Shape;306;p13"/>
              <p:cNvSpPr/>
              <p:nvPr/>
            </p:nvSpPr>
            <p:spPr>
              <a:xfrm rot="-631368">
                <a:off x="11122592" y="5089982"/>
                <a:ext cx="83952" cy="714640"/>
              </a:xfrm>
              <a:custGeom>
                <a:avLst/>
                <a:gdLst/>
                <a:ahLst/>
                <a:cxnLst/>
                <a:rect l="l" t="t" r="r" b="b"/>
                <a:pathLst>
                  <a:path w="84010" h="715136" extrusionOk="0">
                    <a:moveTo>
                      <a:pt x="0" y="0"/>
                    </a:moveTo>
                    <a:lnTo>
                      <a:pt x="84010" y="0"/>
                    </a:lnTo>
                    <a:lnTo>
                      <a:pt x="84010" y="715137"/>
                    </a:lnTo>
                    <a:lnTo>
                      <a:pt x="0" y="71513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7" name="Google Shape;307;p13"/>
              <p:cNvSpPr/>
              <p:nvPr/>
            </p:nvSpPr>
            <p:spPr>
              <a:xfrm rot="-631368">
                <a:off x="11154645" y="5271518"/>
                <a:ext cx="25985" cy="411004"/>
              </a:xfrm>
              <a:custGeom>
                <a:avLst/>
                <a:gdLst/>
                <a:ahLst/>
                <a:cxnLst/>
                <a:rect l="l" t="t" r="r" b="b"/>
                <a:pathLst>
                  <a:path w="26003" h="411289" extrusionOk="0">
                    <a:moveTo>
                      <a:pt x="0" y="0"/>
                    </a:moveTo>
                    <a:lnTo>
                      <a:pt x="26003" y="0"/>
                    </a:lnTo>
                    <a:lnTo>
                      <a:pt x="26003" y="411289"/>
                    </a:lnTo>
                    <a:lnTo>
                      <a:pt x="0" y="41128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08" name="Google Shape;308;p13"/>
          <p:cNvGrpSpPr/>
          <p:nvPr/>
        </p:nvGrpSpPr>
        <p:grpSpPr>
          <a:xfrm>
            <a:off x="150676" y="2823493"/>
            <a:ext cx="516117" cy="779220"/>
            <a:chOff x="10572463" y="3528536"/>
            <a:chExt cx="580168" cy="875823"/>
          </a:xfrm>
        </p:grpSpPr>
        <p:grpSp>
          <p:nvGrpSpPr>
            <p:cNvPr id="309" name="Google Shape;309;p13"/>
            <p:cNvGrpSpPr/>
            <p:nvPr/>
          </p:nvGrpSpPr>
          <p:grpSpPr>
            <a:xfrm>
              <a:off x="10713815" y="3528536"/>
              <a:ext cx="438816" cy="746664"/>
              <a:chOff x="10713815" y="3528536"/>
              <a:chExt cx="438816" cy="746664"/>
            </a:xfrm>
          </p:grpSpPr>
          <p:sp>
            <p:nvSpPr>
              <p:cNvPr id="310" name="Google Shape;310;p13"/>
              <p:cNvSpPr/>
              <p:nvPr/>
            </p:nvSpPr>
            <p:spPr>
              <a:xfrm>
                <a:off x="10713815" y="3528536"/>
                <a:ext cx="438816" cy="746664"/>
              </a:xfrm>
              <a:custGeom>
                <a:avLst/>
                <a:gdLst/>
                <a:ahLst/>
                <a:cxnLst/>
                <a:rect l="l" t="t" r="r" b="b"/>
                <a:pathLst>
                  <a:path w="438816" h="746664" extrusionOk="0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11" name="Google Shape;311;p13"/>
              <p:cNvGrpSpPr/>
              <p:nvPr/>
            </p:nvGrpSpPr>
            <p:grpSpPr>
              <a:xfrm>
                <a:off x="10776489" y="3625310"/>
                <a:ext cx="313848" cy="288226"/>
                <a:chOff x="10776489" y="3625310"/>
                <a:chExt cx="313848" cy="288226"/>
              </a:xfrm>
            </p:grpSpPr>
            <p:sp>
              <p:nvSpPr>
                <p:cNvPr id="312" name="Google Shape;312;p13"/>
                <p:cNvSpPr/>
                <p:nvPr/>
              </p:nvSpPr>
              <p:spPr>
                <a:xfrm>
                  <a:off x="10776489" y="362531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3" name="Google Shape;313;p13"/>
                <p:cNvSpPr/>
                <p:nvPr/>
              </p:nvSpPr>
              <p:spPr>
                <a:xfrm>
                  <a:off x="10776489" y="367865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4" name="Google Shape;314;p13"/>
                <p:cNvSpPr/>
                <p:nvPr/>
              </p:nvSpPr>
              <p:spPr>
                <a:xfrm>
                  <a:off x="10776489" y="373199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5" name="Google Shape;315;p13"/>
                <p:cNvSpPr/>
                <p:nvPr/>
              </p:nvSpPr>
              <p:spPr>
                <a:xfrm>
                  <a:off x="10776489" y="3785425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6" name="Google Shape;316;p13"/>
                <p:cNvSpPr/>
                <p:nvPr/>
              </p:nvSpPr>
              <p:spPr>
                <a:xfrm>
                  <a:off x="10776489" y="3838765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7" name="Google Shape;317;p13"/>
                <p:cNvSpPr/>
                <p:nvPr/>
              </p:nvSpPr>
              <p:spPr>
                <a:xfrm>
                  <a:off x="10776489" y="3892105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18" name="Google Shape;318;p13"/>
              <p:cNvGrpSpPr/>
              <p:nvPr/>
            </p:nvGrpSpPr>
            <p:grpSpPr>
              <a:xfrm>
                <a:off x="10776489" y="3999547"/>
                <a:ext cx="313848" cy="181546"/>
                <a:chOff x="10776489" y="3999547"/>
                <a:chExt cx="313848" cy="181546"/>
              </a:xfrm>
            </p:grpSpPr>
            <p:sp>
              <p:nvSpPr>
                <p:cNvPr id="319" name="Google Shape;319;p13"/>
                <p:cNvSpPr/>
                <p:nvPr/>
              </p:nvSpPr>
              <p:spPr>
                <a:xfrm>
                  <a:off x="10776489" y="3999547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0" name="Google Shape;320;p13"/>
                <p:cNvSpPr/>
                <p:nvPr/>
              </p:nvSpPr>
              <p:spPr>
                <a:xfrm>
                  <a:off x="10776489" y="4052887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1" name="Google Shape;321;p13"/>
                <p:cNvSpPr/>
                <p:nvPr/>
              </p:nvSpPr>
              <p:spPr>
                <a:xfrm>
                  <a:off x="10776489" y="4106322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2" name="Google Shape;322;p13"/>
                <p:cNvSpPr/>
                <p:nvPr/>
              </p:nvSpPr>
              <p:spPr>
                <a:xfrm>
                  <a:off x="10776489" y="4159662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23" name="Google Shape;323;p13"/>
              <p:cNvSpPr/>
              <p:nvPr/>
            </p:nvSpPr>
            <p:spPr>
              <a:xfrm>
                <a:off x="11039951" y="3528536"/>
                <a:ext cx="112584" cy="112585"/>
              </a:xfrm>
              <a:custGeom>
                <a:avLst/>
                <a:gdLst/>
                <a:ahLst/>
                <a:cxnLst/>
                <a:rect l="l" t="t" r="r" b="b"/>
                <a:pathLst>
                  <a:path w="112584" h="112585" extrusionOk="0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4" name="Google Shape;324;p13"/>
            <p:cNvGrpSpPr/>
            <p:nvPr/>
          </p:nvGrpSpPr>
          <p:grpSpPr>
            <a:xfrm>
              <a:off x="10572463" y="3657790"/>
              <a:ext cx="438817" cy="746569"/>
              <a:chOff x="10572463" y="3657790"/>
              <a:chExt cx="438817" cy="746569"/>
            </a:xfrm>
          </p:grpSpPr>
          <p:sp>
            <p:nvSpPr>
              <p:cNvPr id="325" name="Google Shape;325;p13"/>
              <p:cNvSpPr/>
              <p:nvPr/>
            </p:nvSpPr>
            <p:spPr>
              <a:xfrm>
                <a:off x="10572463" y="3657790"/>
                <a:ext cx="438817" cy="746569"/>
              </a:xfrm>
              <a:custGeom>
                <a:avLst/>
                <a:gdLst/>
                <a:ahLst/>
                <a:cxnLst/>
                <a:rect l="l" t="t" r="r" b="b"/>
                <a:pathLst>
                  <a:path w="438817" h="746569" extrusionOk="0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26" name="Google Shape;326;p13"/>
              <p:cNvGrpSpPr/>
              <p:nvPr/>
            </p:nvGrpSpPr>
            <p:grpSpPr>
              <a:xfrm>
                <a:off x="10635138" y="3754469"/>
                <a:ext cx="313848" cy="288321"/>
                <a:chOff x="10635138" y="3754469"/>
                <a:chExt cx="313848" cy="288321"/>
              </a:xfrm>
            </p:grpSpPr>
            <p:sp>
              <p:nvSpPr>
                <p:cNvPr id="327" name="Google Shape;327;p13"/>
                <p:cNvSpPr/>
                <p:nvPr/>
              </p:nvSpPr>
              <p:spPr>
                <a:xfrm>
                  <a:off x="10635138" y="3754469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8" name="Google Shape;328;p13"/>
                <p:cNvSpPr/>
                <p:nvPr/>
              </p:nvSpPr>
              <p:spPr>
                <a:xfrm>
                  <a:off x="10635138" y="380790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9" name="Google Shape;329;p13"/>
                <p:cNvSpPr/>
                <p:nvPr/>
              </p:nvSpPr>
              <p:spPr>
                <a:xfrm>
                  <a:off x="10635138" y="386124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0" name="Google Shape;330;p13"/>
                <p:cNvSpPr/>
                <p:nvPr/>
              </p:nvSpPr>
              <p:spPr>
                <a:xfrm>
                  <a:off x="10635138" y="391458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1" name="Google Shape;331;p13"/>
                <p:cNvSpPr/>
                <p:nvPr/>
              </p:nvSpPr>
              <p:spPr>
                <a:xfrm>
                  <a:off x="10635138" y="3968019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2" name="Google Shape;332;p13"/>
                <p:cNvSpPr/>
                <p:nvPr/>
              </p:nvSpPr>
              <p:spPr>
                <a:xfrm>
                  <a:off x="10635138" y="4021359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33" name="Google Shape;333;p13"/>
              <p:cNvGrpSpPr/>
              <p:nvPr/>
            </p:nvGrpSpPr>
            <p:grpSpPr>
              <a:xfrm>
                <a:off x="10635138" y="4128801"/>
                <a:ext cx="313848" cy="181547"/>
                <a:chOff x="10635138" y="4128801"/>
                <a:chExt cx="313848" cy="181547"/>
              </a:xfrm>
            </p:grpSpPr>
            <p:sp>
              <p:nvSpPr>
                <p:cNvPr id="334" name="Google Shape;334;p13"/>
                <p:cNvSpPr/>
                <p:nvPr/>
              </p:nvSpPr>
              <p:spPr>
                <a:xfrm>
                  <a:off x="10635138" y="412880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5" name="Google Shape;335;p13"/>
                <p:cNvSpPr/>
                <p:nvPr/>
              </p:nvSpPr>
              <p:spPr>
                <a:xfrm>
                  <a:off x="10635138" y="418214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6" name="Google Shape;336;p13"/>
                <p:cNvSpPr/>
                <p:nvPr/>
              </p:nvSpPr>
              <p:spPr>
                <a:xfrm>
                  <a:off x="10635138" y="423548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7" name="Google Shape;337;p13"/>
                <p:cNvSpPr/>
                <p:nvPr/>
              </p:nvSpPr>
              <p:spPr>
                <a:xfrm>
                  <a:off x="10635138" y="4288917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38" name="Google Shape;338;p13"/>
              <p:cNvSpPr/>
              <p:nvPr/>
            </p:nvSpPr>
            <p:spPr>
              <a:xfrm>
                <a:off x="10898599" y="3657790"/>
                <a:ext cx="112586" cy="112585"/>
              </a:xfrm>
              <a:custGeom>
                <a:avLst/>
                <a:gdLst/>
                <a:ahLst/>
                <a:cxnLst/>
                <a:rect l="l" t="t" r="r" b="b"/>
                <a:pathLst>
                  <a:path w="112586" h="112585" extrusionOk="0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39" name="Google Shape;339;p13"/>
          <p:cNvGrpSpPr/>
          <p:nvPr/>
        </p:nvGrpSpPr>
        <p:grpSpPr>
          <a:xfrm>
            <a:off x="361835" y="3601018"/>
            <a:ext cx="22030" cy="294484"/>
            <a:chOff x="10809827" y="4402455"/>
            <a:chExt cx="24764" cy="330993"/>
          </a:xfrm>
        </p:grpSpPr>
        <p:sp>
          <p:nvSpPr>
            <p:cNvPr id="340" name="Google Shape;340;p13"/>
            <p:cNvSpPr/>
            <p:nvPr/>
          </p:nvSpPr>
          <p:spPr>
            <a:xfrm>
              <a:off x="10822209" y="4414266"/>
              <a:ext cx="9525" cy="307467"/>
            </a:xfrm>
            <a:custGeom>
              <a:avLst/>
              <a:gdLst/>
              <a:ahLst/>
              <a:cxnLst/>
              <a:rect l="l" t="t" r="r" b="b"/>
              <a:pathLst>
                <a:path w="9525" h="307467" extrusionOk="0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w="10950" cap="flat" cmpd="sng">
              <a:solidFill>
                <a:schemeClr val="accent4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13"/>
            <p:cNvSpPr/>
            <p:nvPr/>
          </p:nvSpPr>
          <p:spPr>
            <a:xfrm>
              <a:off x="10809827" y="4708683"/>
              <a:ext cx="24764" cy="24765"/>
            </a:xfrm>
            <a:custGeom>
              <a:avLst/>
              <a:gdLst/>
              <a:ahLst/>
              <a:cxnLst/>
              <a:rect l="l" t="t" r="r" b="b"/>
              <a:pathLst>
                <a:path w="24764" h="24765" extrusionOk="0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13"/>
            <p:cNvSpPr/>
            <p:nvPr/>
          </p:nvSpPr>
          <p:spPr>
            <a:xfrm>
              <a:off x="10809827" y="4402455"/>
              <a:ext cx="24764" cy="24764"/>
            </a:xfrm>
            <a:custGeom>
              <a:avLst/>
              <a:gdLst/>
              <a:ahLst/>
              <a:cxnLst/>
              <a:rect l="l" t="t" r="r" b="b"/>
              <a:pathLst>
                <a:path w="24764" h="24764" extrusionOk="0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ONE_COLUMN_TEXT_1_1"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5"/>
          <p:cNvSpPr txBox="1">
            <a:spLocks noGrp="1"/>
          </p:cNvSpPr>
          <p:nvPr>
            <p:ph type="title"/>
          </p:nvPr>
        </p:nvSpPr>
        <p:spPr>
          <a:xfrm>
            <a:off x="2013850" y="841075"/>
            <a:ext cx="5116200" cy="139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57" name="Google Shape;357;p15"/>
          <p:cNvSpPr txBox="1">
            <a:spLocks noGrp="1"/>
          </p:cNvSpPr>
          <p:nvPr>
            <p:ph type="subTitle" idx="1"/>
          </p:nvPr>
        </p:nvSpPr>
        <p:spPr>
          <a:xfrm>
            <a:off x="2013850" y="2231525"/>
            <a:ext cx="5116200" cy="20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358" name="Google Shape;358;p15"/>
          <p:cNvSpPr/>
          <p:nvPr/>
        </p:nvSpPr>
        <p:spPr>
          <a:xfrm rot="9076707" flipH="1">
            <a:off x="7972821" y="-586852"/>
            <a:ext cx="1683799" cy="1672812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9" name="Google Shape;359;p15"/>
          <p:cNvGrpSpPr/>
          <p:nvPr/>
        </p:nvGrpSpPr>
        <p:grpSpPr>
          <a:xfrm flipH="1">
            <a:off x="683048" y="4696520"/>
            <a:ext cx="325927" cy="404808"/>
            <a:chOff x="7385113" y="1535430"/>
            <a:chExt cx="435673" cy="541115"/>
          </a:xfrm>
        </p:grpSpPr>
        <p:sp>
          <p:nvSpPr>
            <p:cNvPr id="360" name="Google Shape;360;p15"/>
            <p:cNvSpPr/>
            <p:nvPr/>
          </p:nvSpPr>
          <p:spPr>
            <a:xfrm>
              <a:off x="7385113" y="1535430"/>
              <a:ext cx="435673" cy="541115"/>
            </a:xfrm>
            <a:custGeom>
              <a:avLst/>
              <a:gdLst/>
              <a:ahLst/>
              <a:cxnLst/>
              <a:rect l="l" t="t" r="r" b="b"/>
              <a:pathLst>
                <a:path w="435673" h="541115" extrusionOk="0">
                  <a:moveTo>
                    <a:pt x="394621" y="0"/>
                  </a:moveTo>
                  <a:cubicBezTo>
                    <a:pt x="417294" y="0"/>
                    <a:pt x="435674" y="18380"/>
                    <a:pt x="435674" y="41053"/>
                  </a:cubicBezTo>
                  <a:lnTo>
                    <a:pt x="435674" y="500062"/>
                  </a:lnTo>
                  <a:cubicBezTo>
                    <a:pt x="435674" y="522735"/>
                    <a:pt x="417294" y="541115"/>
                    <a:pt x="394621" y="541115"/>
                  </a:cubicBezTo>
                  <a:lnTo>
                    <a:pt x="41053" y="541115"/>
                  </a:lnTo>
                  <a:cubicBezTo>
                    <a:pt x="18380" y="541115"/>
                    <a:pt x="0" y="522735"/>
                    <a:pt x="0" y="500062"/>
                  </a:cubicBezTo>
                  <a:lnTo>
                    <a:pt x="0" y="41053"/>
                  </a:lnTo>
                  <a:cubicBezTo>
                    <a:pt x="0" y="18380"/>
                    <a:pt x="18380" y="0"/>
                    <a:pt x="410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61" name="Google Shape;361;p15"/>
            <p:cNvGrpSpPr/>
            <p:nvPr/>
          </p:nvGrpSpPr>
          <p:grpSpPr>
            <a:xfrm>
              <a:off x="7612094" y="1566576"/>
              <a:ext cx="164781" cy="41529"/>
              <a:chOff x="7612094" y="1566576"/>
              <a:chExt cx="164781" cy="41529"/>
            </a:xfrm>
          </p:grpSpPr>
          <p:sp>
            <p:nvSpPr>
              <p:cNvPr id="362" name="Google Shape;362;p15"/>
              <p:cNvSpPr/>
              <p:nvPr/>
            </p:nvSpPr>
            <p:spPr>
              <a:xfrm>
                <a:off x="7735347" y="1566576"/>
                <a:ext cx="41528" cy="41529"/>
              </a:xfrm>
              <a:custGeom>
                <a:avLst/>
                <a:gdLst/>
                <a:ahLst/>
                <a:cxnLst/>
                <a:rect l="l" t="t" r="r" b="b"/>
                <a:pathLst>
                  <a:path w="41528" h="41529" extrusionOk="0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3" name="Google Shape;363;p15"/>
              <p:cNvSpPr/>
              <p:nvPr/>
            </p:nvSpPr>
            <p:spPr>
              <a:xfrm>
                <a:off x="7673721" y="1566576"/>
                <a:ext cx="41528" cy="41529"/>
              </a:xfrm>
              <a:custGeom>
                <a:avLst/>
                <a:gdLst/>
                <a:ahLst/>
                <a:cxnLst/>
                <a:rect l="l" t="t" r="r" b="b"/>
                <a:pathLst>
                  <a:path w="41528" h="41529" extrusionOk="0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4" y="41529"/>
                      <a:pt x="0" y="32194"/>
                      <a:pt x="0" y="20765"/>
                    </a:cubicBezTo>
                    <a:cubicBezTo>
                      <a:pt x="0" y="9334"/>
                      <a:pt x="9334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4" name="Google Shape;364;p15"/>
              <p:cNvSpPr/>
              <p:nvPr/>
            </p:nvSpPr>
            <p:spPr>
              <a:xfrm>
                <a:off x="7612094" y="1566576"/>
                <a:ext cx="41529" cy="41529"/>
              </a:xfrm>
              <a:custGeom>
                <a:avLst/>
                <a:gdLst/>
                <a:ahLst/>
                <a:cxnLst/>
                <a:rect l="l" t="t" r="r" b="b"/>
                <a:pathLst>
                  <a:path w="41529" h="41529" extrusionOk="0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65" name="Google Shape;365;p15"/>
          <p:cNvGrpSpPr/>
          <p:nvPr/>
        </p:nvGrpSpPr>
        <p:grpSpPr>
          <a:xfrm flipH="1">
            <a:off x="713902" y="4774546"/>
            <a:ext cx="268636" cy="280965"/>
            <a:chOff x="7420451" y="1639728"/>
            <a:chExt cx="359091" cy="375571"/>
          </a:xfrm>
        </p:grpSpPr>
        <p:sp>
          <p:nvSpPr>
            <p:cNvPr id="366" name="Google Shape;366;p15"/>
            <p:cNvSpPr/>
            <p:nvPr/>
          </p:nvSpPr>
          <p:spPr>
            <a:xfrm>
              <a:off x="7420451" y="1852041"/>
              <a:ext cx="357473" cy="163258"/>
            </a:xfrm>
            <a:custGeom>
              <a:avLst/>
              <a:gdLst/>
              <a:ahLst/>
              <a:cxnLst/>
              <a:rect l="l" t="t" r="r" b="b"/>
              <a:pathLst>
                <a:path w="357473" h="163258" extrusionOk="0">
                  <a:moveTo>
                    <a:pt x="40196" y="72962"/>
                  </a:moveTo>
                  <a:lnTo>
                    <a:pt x="0" y="72962"/>
                  </a:lnTo>
                  <a:lnTo>
                    <a:pt x="0" y="90297"/>
                  </a:lnTo>
                  <a:lnTo>
                    <a:pt x="40196" y="90297"/>
                  </a:lnTo>
                  <a:lnTo>
                    <a:pt x="40196" y="72962"/>
                  </a:lnTo>
                  <a:close/>
                  <a:moveTo>
                    <a:pt x="185166" y="126778"/>
                  </a:moveTo>
                  <a:lnTo>
                    <a:pt x="294894" y="126778"/>
                  </a:lnTo>
                  <a:lnTo>
                    <a:pt x="294894" y="109347"/>
                  </a:lnTo>
                  <a:lnTo>
                    <a:pt x="185166" y="109347"/>
                  </a:lnTo>
                  <a:lnTo>
                    <a:pt x="185166" y="126778"/>
                  </a:lnTo>
                  <a:close/>
                  <a:moveTo>
                    <a:pt x="294894" y="0"/>
                  </a:moveTo>
                  <a:lnTo>
                    <a:pt x="38291" y="0"/>
                  </a:lnTo>
                  <a:lnTo>
                    <a:pt x="38291" y="17335"/>
                  </a:lnTo>
                  <a:lnTo>
                    <a:pt x="294894" y="17335"/>
                  </a:lnTo>
                  <a:lnTo>
                    <a:pt x="294894" y="0"/>
                  </a:lnTo>
                  <a:close/>
                  <a:moveTo>
                    <a:pt x="0" y="163259"/>
                  </a:moveTo>
                  <a:lnTo>
                    <a:pt x="99632" y="163259"/>
                  </a:lnTo>
                  <a:lnTo>
                    <a:pt x="99632" y="145828"/>
                  </a:lnTo>
                  <a:lnTo>
                    <a:pt x="0" y="145828"/>
                  </a:lnTo>
                  <a:lnTo>
                    <a:pt x="0" y="163259"/>
                  </a:lnTo>
                  <a:close/>
                  <a:moveTo>
                    <a:pt x="76581" y="36481"/>
                  </a:moveTo>
                  <a:lnTo>
                    <a:pt x="0" y="36481"/>
                  </a:lnTo>
                  <a:lnTo>
                    <a:pt x="0" y="53816"/>
                  </a:lnTo>
                  <a:lnTo>
                    <a:pt x="76581" y="53816"/>
                  </a:lnTo>
                  <a:lnTo>
                    <a:pt x="76581" y="36481"/>
                  </a:lnTo>
                  <a:close/>
                  <a:moveTo>
                    <a:pt x="52483" y="90297"/>
                  </a:moveTo>
                  <a:lnTo>
                    <a:pt x="207836" y="90297"/>
                  </a:lnTo>
                  <a:lnTo>
                    <a:pt x="207836" y="72962"/>
                  </a:lnTo>
                  <a:lnTo>
                    <a:pt x="52483" y="72962"/>
                  </a:lnTo>
                  <a:lnTo>
                    <a:pt x="52483" y="90297"/>
                  </a:lnTo>
                  <a:close/>
                  <a:moveTo>
                    <a:pt x="164402" y="109347"/>
                  </a:moveTo>
                  <a:lnTo>
                    <a:pt x="0" y="109347"/>
                  </a:lnTo>
                  <a:lnTo>
                    <a:pt x="0" y="126778"/>
                  </a:lnTo>
                  <a:lnTo>
                    <a:pt x="164402" y="126778"/>
                  </a:lnTo>
                  <a:lnTo>
                    <a:pt x="164402" y="109347"/>
                  </a:lnTo>
                  <a:close/>
                  <a:moveTo>
                    <a:pt x="220218" y="90297"/>
                  </a:moveTo>
                  <a:lnTo>
                    <a:pt x="357378" y="90297"/>
                  </a:lnTo>
                  <a:lnTo>
                    <a:pt x="357378" y="72962"/>
                  </a:lnTo>
                  <a:lnTo>
                    <a:pt x="220218" y="72962"/>
                  </a:lnTo>
                  <a:lnTo>
                    <a:pt x="220218" y="90297"/>
                  </a:lnTo>
                  <a:close/>
                  <a:moveTo>
                    <a:pt x="97441" y="53816"/>
                  </a:moveTo>
                  <a:lnTo>
                    <a:pt x="357474" y="53816"/>
                  </a:lnTo>
                  <a:lnTo>
                    <a:pt x="357474" y="36481"/>
                  </a:lnTo>
                  <a:lnTo>
                    <a:pt x="97441" y="36481"/>
                  </a:lnTo>
                  <a:lnTo>
                    <a:pt x="97441" y="53816"/>
                  </a:lnTo>
                  <a:close/>
                  <a:moveTo>
                    <a:pt x="305371" y="0"/>
                  </a:moveTo>
                  <a:lnTo>
                    <a:pt x="305371" y="17335"/>
                  </a:lnTo>
                  <a:lnTo>
                    <a:pt x="357378" y="17335"/>
                  </a:lnTo>
                  <a:lnTo>
                    <a:pt x="357378" y="0"/>
                  </a:lnTo>
                  <a:lnTo>
                    <a:pt x="305371" y="0"/>
                  </a:lnTo>
                  <a:close/>
                  <a:moveTo>
                    <a:pt x="315659" y="126778"/>
                  </a:moveTo>
                  <a:lnTo>
                    <a:pt x="357378" y="126778"/>
                  </a:lnTo>
                  <a:lnTo>
                    <a:pt x="357378" y="109347"/>
                  </a:lnTo>
                  <a:lnTo>
                    <a:pt x="315659" y="109347"/>
                  </a:lnTo>
                  <a:lnTo>
                    <a:pt x="315659" y="126778"/>
                  </a:lnTo>
                  <a:close/>
                  <a:moveTo>
                    <a:pt x="120396" y="163259"/>
                  </a:moveTo>
                  <a:lnTo>
                    <a:pt x="222981" y="163259"/>
                  </a:lnTo>
                  <a:lnTo>
                    <a:pt x="222981" y="145828"/>
                  </a:lnTo>
                  <a:lnTo>
                    <a:pt x="120396" y="145828"/>
                  </a:lnTo>
                  <a:lnTo>
                    <a:pt x="120396" y="163259"/>
                  </a:lnTo>
                  <a:close/>
                  <a:moveTo>
                    <a:pt x="235363" y="163259"/>
                  </a:moveTo>
                  <a:lnTo>
                    <a:pt x="313563" y="163259"/>
                  </a:lnTo>
                  <a:lnTo>
                    <a:pt x="313563" y="145828"/>
                  </a:lnTo>
                  <a:lnTo>
                    <a:pt x="235363" y="145828"/>
                  </a:lnTo>
                  <a:lnTo>
                    <a:pt x="235363" y="16325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" name="Google Shape;367;p15"/>
            <p:cNvSpPr/>
            <p:nvPr/>
          </p:nvSpPr>
          <p:spPr>
            <a:xfrm>
              <a:off x="7425594" y="1639728"/>
              <a:ext cx="353948" cy="180117"/>
            </a:xfrm>
            <a:custGeom>
              <a:avLst/>
              <a:gdLst/>
              <a:ahLst/>
              <a:cxnLst/>
              <a:rect l="l" t="t" r="r" b="b"/>
              <a:pathLst>
                <a:path w="353948" h="180117" extrusionOk="0">
                  <a:moveTo>
                    <a:pt x="0" y="0"/>
                  </a:moveTo>
                  <a:lnTo>
                    <a:pt x="353949" y="0"/>
                  </a:lnTo>
                  <a:lnTo>
                    <a:pt x="353949" y="180118"/>
                  </a:lnTo>
                  <a:lnTo>
                    <a:pt x="0" y="18011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8" name="Google Shape;368;p15"/>
          <p:cNvGrpSpPr/>
          <p:nvPr/>
        </p:nvGrpSpPr>
        <p:grpSpPr>
          <a:xfrm flipH="1">
            <a:off x="96200" y="4469347"/>
            <a:ext cx="355444" cy="644072"/>
            <a:chOff x="1945386" y="5582316"/>
            <a:chExt cx="470725" cy="852963"/>
          </a:xfrm>
        </p:grpSpPr>
        <p:grpSp>
          <p:nvGrpSpPr>
            <p:cNvPr id="369" name="Google Shape;369;p15"/>
            <p:cNvGrpSpPr/>
            <p:nvPr/>
          </p:nvGrpSpPr>
          <p:grpSpPr>
            <a:xfrm>
              <a:off x="1945386" y="5582316"/>
              <a:ext cx="470725" cy="852963"/>
              <a:chOff x="1945386" y="5582316"/>
              <a:chExt cx="470725" cy="852963"/>
            </a:xfrm>
          </p:grpSpPr>
          <p:sp>
            <p:nvSpPr>
              <p:cNvPr id="370" name="Google Shape;370;p15"/>
              <p:cNvSpPr/>
              <p:nvPr/>
            </p:nvSpPr>
            <p:spPr>
              <a:xfrm>
                <a:off x="1945386" y="5582316"/>
                <a:ext cx="470725" cy="852963"/>
              </a:xfrm>
              <a:custGeom>
                <a:avLst/>
                <a:gdLst/>
                <a:ahLst/>
                <a:cxnLst/>
                <a:rect l="l" t="t" r="r" b="b"/>
                <a:pathLst>
                  <a:path w="470725" h="852963" extrusionOk="0">
                    <a:moveTo>
                      <a:pt x="435388" y="0"/>
                    </a:moveTo>
                    <a:cubicBezTo>
                      <a:pt x="454904" y="0"/>
                      <a:pt x="470726" y="15821"/>
                      <a:pt x="470726" y="35338"/>
                    </a:cubicBezTo>
                    <a:lnTo>
                      <a:pt x="470726" y="817626"/>
                    </a:lnTo>
                    <a:cubicBezTo>
                      <a:pt x="470726" y="837143"/>
                      <a:pt x="454904" y="852964"/>
                      <a:pt x="435388" y="852964"/>
                    </a:cubicBezTo>
                    <a:lnTo>
                      <a:pt x="35338" y="852964"/>
                    </a:lnTo>
                    <a:cubicBezTo>
                      <a:pt x="15821" y="852964"/>
                      <a:pt x="0" y="837143"/>
                      <a:pt x="0" y="817626"/>
                    </a:cubicBezTo>
                    <a:lnTo>
                      <a:pt x="0" y="35338"/>
                    </a:lnTo>
                    <a:cubicBezTo>
                      <a:pt x="0" y="15822"/>
                      <a:pt x="15821" y="0"/>
                      <a:pt x="3533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1" name="Google Shape;371;p15"/>
              <p:cNvSpPr/>
              <p:nvPr/>
            </p:nvSpPr>
            <p:spPr>
              <a:xfrm>
                <a:off x="1965864" y="5625846"/>
                <a:ext cx="429577" cy="699420"/>
              </a:xfrm>
              <a:custGeom>
                <a:avLst/>
                <a:gdLst/>
                <a:ahLst/>
                <a:cxnLst/>
                <a:rect l="l" t="t" r="r" b="b"/>
                <a:pathLst>
                  <a:path w="429577" h="699420" extrusionOk="0">
                    <a:moveTo>
                      <a:pt x="0" y="0"/>
                    </a:moveTo>
                    <a:lnTo>
                      <a:pt x="429578" y="0"/>
                    </a:lnTo>
                    <a:lnTo>
                      <a:pt x="429578" y="699421"/>
                    </a:lnTo>
                    <a:lnTo>
                      <a:pt x="0" y="69942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72" name="Google Shape;372;p15"/>
            <p:cNvSpPr/>
            <p:nvPr/>
          </p:nvSpPr>
          <p:spPr>
            <a:xfrm>
              <a:off x="1986438" y="6371462"/>
              <a:ext cx="388334" cy="32194"/>
            </a:xfrm>
            <a:custGeom>
              <a:avLst/>
              <a:gdLst/>
              <a:ahLst/>
              <a:cxnLst/>
              <a:rect l="l" t="t" r="r" b="b"/>
              <a:pathLst>
                <a:path w="388334" h="32194" extrusionOk="0">
                  <a:moveTo>
                    <a:pt x="88011" y="0"/>
                  </a:moveTo>
                  <a:lnTo>
                    <a:pt x="16097" y="0"/>
                  </a:lnTo>
                  <a:cubicBezTo>
                    <a:pt x="7239" y="0"/>
                    <a:pt x="0" y="7239"/>
                    <a:pt x="0" y="16097"/>
                  </a:cubicBezTo>
                  <a:cubicBezTo>
                    <a:pt x="0" y="24955"/>
                    <a:pt x="7239" y="32195"/>
                    <a:pt x="16097" y="32195"/>
                  </a:cubicBezTo>
                  <a:lnTo>
                    <a:pt x="88011" y="32195"/>
                  </a:lnTo>
                  <a:cubicBezTo>
                    <a:pt x="96869" y="32195"/>
                    <a:pt x="104108" y="24955"/>
                    <a:pt x="104108" y="16097"/>
                  </a:cubicBezTo>
                  <a:cubicBezTo>
                    <a:pt x="104108" y="7239"/>
                    <a:pt x="96869" y="0"/>
                    <a:pt x="88011" y="0"/>
                  </a:cubicBezTo>
                  <a:close/>
                  <a:moveTo>
                    <a:pt x="230124" y="0"/>
                  </a:moveTo>
                  <a:lnTo>
                    <a:pt x="158210" y="0"/>
                  </a:lnTo>
                  <a:cubicBezTo>
                    <a:pt x="149352" y="0"/>
                    <a:pt x="142113" y="7239"/>
                    <a:pt x="142113" y="16097"/>
                  </a:cubicBezTo>
                  <a:cubicBezTo>
                    <a:pt x="142113" y="24955"/>
                    <a:pt x="149352" y="32195"/>
                    <a:pt x="158210" y="32195"/>
                  </a:cubicBezTo>
                  <a:lnTo>
                    <a:pt x="230124" y="32195"/>
                  </a:lnTo>
                  <a:cubicBezTo>
                    <a:pt x="238982" y="32195"/>
                    <a:pt x="246221" y="24955"/>
                    <a:pt x="246221" y="16097"/>
                  </a:cubicBezTo>
                  <a:cubicBezTo>
                    <a:pt x="246221" y="7239"/>
                    <a:pt x="238982" y="0"/>
                    <a:pt x="230124" y="0"/>
                  </a:cubicBezTo>
                  <a:close/>
                  <a:moveTo>
                    <a:pt x="372237" y="0"/>
                  </a:moveTo>
                  <a:lnTo>
                    <a:pt x="300323" y="0"/>
                  </a:lnTo>
                  <a:cubicBezTo>
                    <a:pt x="291465" y="0"/>
                    <a:pt x="284226" y="7239"/>
                    <a:pt x="284226" y="16097"/>
                  </a:cubicBezTo>
                  <a:cubicBezTo>
                    <a:pt x="284226" y="24955"/>
                    <a:pt x="291465" y="32195"/>
                    <a:pt x="300323" y="32195"/>
                  </a:cubicBezTo>
                  <a:lnTo>
                    <a:pt x="372237" y="32195"/>
                  </a:lnTo>
                  <a:cubicBezTo>
                    <a:pt x="381095" y="32195"/>
                    <a:pt x="388334" y="24955"/>
                    <a:pt x="388334" y="16097"/>
                  </a:cubicBezTo>
                  <a:cubicBezTo>
                    <a:pt x="388334" y="7239"/>
                    <a:pt x="381095" y="0"/>
                    <a:pt x="3722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3" name="Google Shape;373;p15"/>
          <p:cNvGrpSpPr/>
          <p:nvPr/>
        </p:nvGrpSpPr>
        <p:grpSpPr>
          <a:xfrm>
            <a:off x="7975988" y="116167"/>
            <a:ext cx="1061979" cy="558999"/>
            <a:chOff x="3859815" y="2867310"/>
            <a:chExt cx="1262157" cy="664368"/>
          </a:xfrm>
        </p:grpSpPr>
        <p:sp>
          <p:nvSpPr>
            <p:cNvPr id="374" name="Google Shape;374;p15"/>
            <p:cNvSpPr/>
            <p:nvPr/>
          </p:nvSpPr>
          <p:spPr>
            <a:xfrm>
              <a:off x="3859815" y="2867310"/>
              <a:ext cx="1262157" cy="664368"/>
            </a:xfrm>
            <a:custGeom>
              <a:avLst/>
              <a:gdLst/>
              <a:ahLst/>
              <a:cxnLst/>
              <a:rect l="l" t="t" r="r" b="b"/>
              <a:pathLst>
                <a:path w="1262157" h="664368" extrusionOk="0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75" name="Google Shape;375;p15"/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376" name="Google Shape;376;p15"/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377" name="Google Shape;377;p15"/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378" name="Google Shape;378;p15"/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79" name="Google Shape;379;p15"/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80" name="Google Shape;380;p15"/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381" name="Google Shape;381;p15"/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2" name="Google Shape;382;p15"/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83" name="Google Shape;383;p15"/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384" name="Google Shape;384;p15"/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5" name="Google Shape;385;p15"/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386" name="Google Shape;386;p15"/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7" name="Google Shape;387;p15"/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" name="Google Shape;388;p15"/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89" name="Google Shape;389;p15"/>
          <p:cNvGrpSpPr/>
          <p:nvPr/>
        </p:nvGrpSpPr>
        <p:grpSpPr>
          <a:xfrm rot="5400000" flipH="1">
            <a:off x="557972" y="4696603"/>
            <a:ext cx="16329" cy="218290"/>
            <a:chOff x="10809827" y="4402455"/>
            <a:chExt cx="24764" cy="330993"/>
          </a:xfrm>
        </p:grpSpPr>
        <p:sp>
          <p:nvSpPr>
            <p:cNvPr id="390" name="Google Shape;390;p15"/>
            <p:cNvSpPr/>
            <p:nvPr/>
          </p:nvSpPr>
          <p:spPr>
            <a:xfrm>
              <a:off x="10822209" y="4414266"/>
              <a:ext cx="9525" cy="307467"/>
            </a:xfrm>
            <a:custGeom>
              <a:avLst/>
              <a:gdLst/>
              <a:ahLst/>
              <a:cxnLst/>
              <a:rect l="l" t="t" r="r" b="b"/>
              <a:pathLst>
                <a:path w="9525" h="307467" extrusionOk="0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w="10950" cap="flat" cmpd="sng">
              <a:solidFill>
                <a:schemeClr val="accent4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" name="Google Shape;391;p15"/>
            <p:cNvSpPr/>
            <p:nvPr/>
          </p:nvSpPr>
          <p:spPr>
            <a:xfrm>
              <a:off x="10809827" y="4708683"/>
              <a:ext cx="24764" cy="24765"/>
            </a:xfrm>
            <a:custGeom>
              <a:avLst/>
              <a:gdLst/>
              <a:ahLst/>
              <a:cxnLst/>
              <a:rect l="l" t="t" r="r" b="b"/>
              <a:pathLst>
                <a:path w="24764" h="24765" extrusionOk="0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" name="Google Shape;392;p15"/>
            <p:cNvSpPr/>
            <p:nvPr/>
          </p:nvSpPr>
          <p:spPr>
            <a:xfrm>
              <a:off x="10809827" y="4402455"/>
              <a:ext cx="24764" cy="24764"/>
            </a:xfrm>
            <a:custGeom>
              <a:avLst/>
              <a:gdLst/>
              <a:ahLst/>
              <a:cxnLst/>
              <a:rect l="l" t="t" r="r" b="b"/>
              <a:pathLst>
                <a:path w="24764" h="24764" extrusionOk="0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3" name="Google Shape;393;p15"/>
          <p:cNvSpPr/>
          <p:nvPr/>
        </p:nvSpPr>
        <p:spPr>
          <a:xfrm rot="-532595">
            <a:off x="7984139" y="4422751"/>
            <a:ext cx="1661199" cy="1343241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15"/>
          <p:cNvSpPr/>
          <p:nvPr/>
        </p:nvSpPr>
        <p:spPr>
          <a:xfrm rot="-5145822" flipH="1">
            <a:off x="-1235221" y="72085"/>
            <a:ext cx="2404292" cy="1318592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97" name="Google Shape;397;p16"/>
          <p:cNvSpPr txBox="1">
            <a:spLocks noGrp="1"/>
          </p:cNvSpPr>
          <p:nvPr>
            <p:ph type="subTitle" idx="1"/>
          </p:nvPr>
        </p:nvSpPr>
        <p:spPr>
          <a:xfrm>
            <a:off x="937625" y="2579823"/>
            <a:ext cx="21753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98" name="Google Shape;398;p16"/>
          <p:cNvSpPr txBox="1">
            <a:spLocks noGrp="1"/>
          </p:cNvSpPr>
          <p:nvPr>
            <p:ph type="subTitle" idx="2"/>
          </p:nvPr>
        </p:nvSpPr>
        <p:spPr>
          <a:xfrm>
            <a:off x="3484347" y="2579823"/>
            <a:ext cx="21753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99" name="Google Shape;399;p16"/>
          <p:cNvSpPr txBox="1">
            <a:spLocks noGrp="1"/>
          </p:cNvSpPr>
          <p:nvPr>
            <p:ph type="subTitle" idx="3"/>
          </p:nvPr>
        </p:nvSpPr>
        <p:spPr>
          <a:xfrm>
            <a:off x="6031075" y="2579823"/>
            <a:ext cx="21753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0" name="Google Shape;400;p16"/>
          <p:cNvSpPr txBox="1">
            <a:spLocks noGrp="1"/>
          </p:cNvSpPr>
          <p:nvPr>
            <p:ph type="subTitle" idx="4"/>
          </p:nvPr>
        </p:nvSpPr>
        <p:spPr>
          <a:xfrm>
            <a:off x="937625" y="1775401"/>
            <a:ext cx="21753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01" name="Google Shape;401;p16"/>
          <p:cNvSpPr txBox="1">
            <a:spLocks noGrp="1"/>
          </p:cNvSpPr>
          <p:nvPr>
            <p:ph type="subTitle" idx="5"/>
          </p:nvPr>
        </p:nvSpPr>
        <p:spPr>
          <a:xfrm>
            <a:off x="3484350" y="1775401"/>
            <a:ext cx="21753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02" name="Google Shape;402;p16"/>
          <p:cNvSpPr txBox="1">
            <a:spLocks noGrp="1"/>
          </p:cNvSpPr>
          <p:nvPr>
            <p:ph type="subTitle" idx="6"/>
          </p:nvPr>
        </p:nvSpPr>
        <p:spPr>
          <a:xfrm>
            <a:off x="6031075" y="1775401"/>
            <a:ext cx="21753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03" name="Google Shape;403;p16"/>
          <p:cNvSpPr/>
          <p:nvPr/>
        </p:nvSpPr>
        <p:spPr>
          <a:xfrm rot="8800738" flipH="1">
            <a:off x="7902412" y="4181666"/>
            <a:ext cx="1680262" cy="1358589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16"/>
          <p:cNvSpPr/>
          <p:nvPr/>
        </p:nvSpPr>
        <p:spPr>
          <a:xfrm rot="-8942362" flipH="1">
            <a:off x="-983149" y="4040244"/>
            <a:ext cx="2474148" cy="2000589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16"/>
          <p:cNvSpPr/>
          <p:nvPr/>
        </p:nvSpPr>
        <p:spPr>
          <a:xfrm rot="1554271" flipH="1">
            <a:off x="7563507" y="-664049"/>
            <a:ext cx="2112334" cy="2002574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16"/>
          <p:cNvSpPr/>
          <p:nvPr/>
        </p:nvSpPr>
        <p:spPr>
          <a:xfrm>
            <a:off x="62825" y="1725386"/>
            <a:ext cx="606206" cy="37384"/>
          </a:xfrm>
          <a:custGeom>
            <a:avLst/>
            <a:gdLst/>
            <a:ahLst/>
            <a:cxnLst/>
            <a:rect l="l" t="t" r="r" b="b"/>
            <a:pathLst>
              <a:path w="824770" h="50863" extrusionOk="0">
                <a:moveTo>
                  <a:pt x="799338" y="50863"/>
                </a:moveTo>
                <a:lnTo>
                  <a:pt x="25432" y="50863"/>
                </a:lnTo>
                <a:cubicBezTo>
                  <a:pt x="11430" y="50863"/>
                  <a:pt x="0" y="39433"/>
                  <a:pt x="0" y="25432"/>
                </a:cubicBezTo>
                <a:lnTo>
                  <a:pt x="0" y="25432"/>
                </a:lnTo>
                <a:cubicBezTo>
                  <a:pt x="0" y="11430"/>
                  <a:pt x="11430" y="0"/>
                  <a:pt x="25432" y="0"/>
                </a:cubicBezTo>
                <a:lnTo>
                  <a:pt x="799338" y="0"/>
                </a:lnTo>
                <a:cubicBezTo>
                  <a:pt x="813339" y="0"/>
                  <a:pt x="824770" y="11430"/>
                  <a:pt x="824770" y="25432"/>
                </a:cubicBezTo>
                <a:lnTo>
                  <a:pt x="824770" y="25432"/>
                </a:lnTo>
                <a:cubicBezTo>
                  <a:pt x="824770" y="39433"/>
                  <a:pt x="813339" y="50863"/>
                  <a:pt x="799338" y="50863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7" name="Google Shape;407;p16"/>
          <p:cNvGrpSpPr/>
          <p:nvPr/>
        </p:nvGrpSpPr>
        <p:grpSpPr>
          <a:xfrm>
            <a:off x="96399" y="951293"/>
            <a:ext cx="552408" cy="792759"/>
            <a:chOff x="10519314" y="4728596"/>
            <a:chExt cx="751780" cy="1078731"/>
          </a:xfrm>
        </p:grpSpPr>
        <p:grpSp>
          <p:nvGrpSpPr>
            <p:cNvPr id="408" name="Google Shape;408;p16"/>
            <p:cNvGrpSpPr/>
            <p:nvPr/>
          </p:nvGrpSpPr>
          <p:grpSpPr>
            <a:xfrm>
              <a:off x="10519314" y="4728596"/>
              <a:ext cx="626662" cy="1078731"/>
              <a:chOff x="10519314" y="4728596"/>
              <a:chExt cx="626662" cy="1078731"/>
            </a:xfrm>
          </p:grpSpPr>
          <p:grpSp>
            <p:nvGrpSpPr>
              <p:cNvPr id="409" name="Google Shape;409;p16"/>
              <p:cNvGrpSpPr/>
              <p:nvPr/>
            </p:nvGrpSpPr>
            <p:grpSpPr>
              <a:xfrm>
                <a:off x="10903220" y="4888205"/>
                <a:ext cx="242756" cy="919122"/>
                <a:chOff x="10903220" y="4888205"/>
                <a:chExt cx="242756" cy="919122"/>
              </a:xfrm>
            </p:grpSpPr>
            <p:sp>
              <p:nvSpPr>
                <p:cNvPr id="410" name="Google Shape;410;p16"/>
                <p:cNvSpPr/>
                <p:nvPr/>
              </p:nvSpPr>
              <p:spPr>
                <a:xfrm rot="-447735">
                  <a:off x="10961814" y="4892503"/>
                  <a:ext cx="125567" cy="9105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444" h="909637" extrusionOk="0">
                      <a:moveTo>
                        <a:pt x="0" y="0"/>
                      </a:moveTo>
                      <a:lnTo>
                        <a:pt x="125445" y="0"/>
                      </a:lnTo>
                      <a:lnTo>
                        <a:pt x="125445" y="909637"/>
                      </a:lnTo>
                      <a:lnTo>
                        <a:pt x="0" y="90963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1" name="Google Shape;411;p16"/>
                <p:cNvSpPr/>
                <p:nvPr/>
              </p:nvSpPr>
              <p:spPr>
                <a:xfrm>
                  <a:off x="10952422" y="4933194"/>
                  <a:ext cx="42088" cy="420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088" h="42088" extrusionOk="0">
                      <a:moveTo>
                        <a:pt x="41904" y="18282"/>
                      </a:moveTo>
                      <a:cubicBezTo>
                        <a:pt x="43428" y="29807"/>
                        <a:pt x="35331" y="40380"/>
                        <a:pt x="23806" y="41904"/>
                      </a:cubicBezTo>
                      <a:cubicBezTo>
                        <a:pt x="12281" y="43428"/>
                        <a:pt x="1709" y="35332"/>
                        <a:pt x="184" y="23806"/>
                      </a:cubicBezTo>
                      <a:cubicBezTo>
                        <a:pt x="-1340" y="12281"/>
                        <a:pt x="6756" y="1708"/>
                        <a:pt x="18282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2" name="Google Shape;412;p16"/>
                <p:cNvSpPr/>
                <p:nvPr/>
              </p:nvSpPr>
              <p:spPr>
                <a:xfrm>
                  <a:off x="10961186" y="5000250"/>
                  <a:ext cx="42087" cy="420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087" h="42087" extrusionOk="0">
                      <a:moveTo>
                        <a:pt x="41904" y="18282"/>
                      </a:moveTo>
                      <a:cubicBezTo>
                        <a:pt x="43427" y="29807"/>
                        <a:pt x="35331" y="40380"/>
                        <a:pt x="23806" y="41904"/>
                      </a:cubicBezTo>
                      <a:cubicBezTo>
                        <a:pt x="12280" y="43428"/>
                        <a:pt x="1708" y="35332"/>
                        <a:pt x="184" y="23806"/>
                      </a:cubicBezTo>
                      <a:cubicBezTo>
                        <a:pt x="-1340" y="12281"/>
                        <a:pt x="6756" y="1708"/>
                        <a:pt x="18281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13" name="Google Shape;413;p16"/>
                <p:cNvGrpSpPr/>
                <p:nvPr/>
              </p:nvGrpSpPr>
              <p:grpSpPr>
                <a:xfrm>
                  <a:off x="11014221" y="5588618"/>
                  <a:ext cx="100021" cy="114784"/>
                  <a:chOff x="11014221" y="5588618"/>
                  <a:chExt cx="100021" cy="114784"/>
                </a:xfrm>
              </p:grpSpPr>
              <p:sp>
                <p:nvSpPr>
                  <p:cNvPr id="414" name="Google Shape;414;p16"/>
                  <p:cNvSpPr/>
                  <p:nvPr/>
                </p:nvSpPr>
                <p:spPr>
                  <a:xfrm rot="-447735">
                    <a:off x="11014826" y="5594269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49"/>
                        </a:lnTo>
                        <a:lnTo>
                          <a:pt x="0" y="15049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5" name="Google Shape;415;p16"/>
                  <p:cNvSpPr/>
                  <p:nvPr/>
                </p:nvSpPr>
                <p:spPr>
                  <a:xfrm rot="-447735">
                    <a:off x="11018646" y="5623150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6" name="Google Shape;416;p16"/>
                  <p:cNvSpPr/>
                  <p:nvPr/>
                </p:nvSpPr>
                <p:spPr>
                  <a:xfrm rot="-447735">
                    <a:off x="11021820" y="5653805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7" name="Google Shape;417;p16"/>
                  <p:cNvSpPr/>
                  <p:nvPr/>
                </p:nvSpPr>
                <p:spPr>
                  <a:xfrm rot="-447735">
                    <a:off x="11025635" y="5682688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5" y="0"/>
                        </a:lnTo>
                        <a:lnTo>
                          <a:pt x="87915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418" name="Google Shape;418;p16"/>
              <p:cNvGrpSpPr/>
              <p:nvPr/>
            </p:nvGrpSpPr>
            <p:grpSpPr>
              <a:xfrm>
                <a:off x="10718623" y="4728596"/>
                <a:ext cx="229169" cy="1075979"/>
                <a:chOff x="10718623" y="4728596"/>
                <a:chExt cx="229169" cy="1075979"/>
              </a:xfrm>
            </p:grpSpPr>
            <p:sp>
              <p:nvSpPr>
                <p:cNvPr id="419" name="Google Shape;419;p16"/>
                <p:cNvSpPr/>
                <p:nvPr/>
              </p:nvSpPr>
              <p:spPr>
                <a:xfrm rot="-172174">
                  <a:off x="10745259" y="4732329"/>
                  <a:ext cx="175897" cy="1068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117" h="1069848" extrusionOk="0">
                      <a:moveTo>
                        <a:pt x="0" y="0"/>
                      </a:moveTo>
                      <a:lnTo>
                        <a:pt x="176117" y="0"/>
                      </a:lnTo>
                      <a:lnTo>
                        <a:pt x="176117" y="1069848"/>
                      </a:lnTo>
                      <a:lnTo>
                        <a:pt x="0" y="106984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0" name="Google Shape;420;p16"/>
                <p:cNvSpPr/>
                <p:nvPr/>
              </p:nvSpPr>
              <p:spPr>
                <a:xfrm>
                  <a:off x="10787634" y="5182743"/>
                  <a:ext cx="87629" cy="876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629" h="87630" extrusionOk="0">
                      <a:moveTo>
                        <a:pt x="87630" y="43815"/>
                      </a:moveTo>
                      <a:cubicBezTo>
                        <a:pt x="87630" y="68013"/>
                        <a:pt x="68014" y="87630"/>
                        <a:pt x="43815" y="87630"/>
                      </a:cubicBezTo>
                      <a:cubicBezTo>
                        <a:pt x="19617" y="87630"/>
                        <a:pt x="1" y="68014"/>
                        <a:pt x="1" y="43815"/>
                      </a:cubicBezTo>
                      <a:cubicBezTo>
                        <a:pt x="1" y="19617"/>
                        <a:pt x="19617" y="0"/>
                        <a:pt x="43815" y="0"/>
                      </a:cubicBezTo>
                      <a:cubicBezTo>
                        <a:pt x="68014" y="0"/>
                        <a:pt x="87630" y="19616"/>
                        <a:pt x="87630" y="438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21" name="Google Shape;421;p16"/>
                <p:cNvGrpSpPr/>
                <p:nvPr/>
              </p:nvGrpSpPr>
              <p:grpSpPr>
                <a:xfrm>
                  <a:off x="10765015" y="5040134"/>
                  <a:ext cx="116314" cy="49775"/>
                  <a:chOff x="10765015" y="5040134"/>
                  <a:chExt cx="116314" cy="49775"/>
                </a:xfrm>
              </p:grpSpPr>
              <p:sp>
                <p:nvSpPr>
                  <p:cNvPr id="422" name="Google Shape;422;p16"/>
                  <p:cNvSpPr/>
                  <p:nvPr/>
                </p:nvSpPr>
                <p:spPr>
                  <a:xfrm rot="-172174">
                    <a:off x="10765318" y="5042987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23" name="Google Shape;423;p16"/>
                  <p:cNvSpPr/>
                  <p:nvPr/>
                </p:nvSpPr>
                <p:spPr>
                  <a:xfrm rot="-172174">
                    <a:off x="10766681" y="5072121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24" name="Google Shape;424;p16"/>
                <p:cNvGrpSpPr/>
                <p:nvPr/>
              </p:nvGrpSpPr>
              <p:grpSpPr>
                <a:xfrm>
                  <a:off x="10784825" y="5436314"/>
                  <a:ext cx="116414" cy="49961"/>
                  <a:chOff x="10784825" y="5436314"/>
                  <a:chExt cx="116414" cy="49961"/>
                </a:xfrm>
              </p:grpSpPr>
              <p:sp>
                <p:nvSpPr>
                  <p:cNvPr id="425" name="Google Shape;425;p16"/>
                  <p:cNvSpPr/>
                  <p:nvPr/>
                </p:nvSpPr>
                <p:spPr>
                  <a:xfrm rot="-172174">
                    <a:off x="10785128" y="5439167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26" name="Google Shape;426;p16"/>
                  <p:cNvSpPr/>
                  <p:nvPr/>
                </p:nvSpPr>
                <p:spPr>
                  <a:xfrm rot="-172174">
                    <a:off x="10786591" y="5468487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427" name="Google Shape;427;p16"/>
              <p:cNvGrpSpPr/>
              <p:nvPr/>
            </p:nvGrpSpPr>
            <p:grpSpPr>
              <a:xfrm>
                <a:off x="10519314" y="4813458"/>
                <a:ext cx="202120" cy="992123"/>
                <a:chOff x="10519314" y="4813458"/>
                <a:chExt cx="202120" cy="992123"/>
              </a:xfrm>
            </p:grpSpPr>
            <p:sp>
              <p:nvSpPr>
                <p:cNvPr id="428" name="Google Shape;428;p16"/>
                <p:cNvSpPr/>
                <p:nvPr/>
              </p:nvSpPr>
              <p:spPr>
                <a:xfrm>
                  <a:off x="10519314" y="4813458"/>
                  <a:ext cx="202120" cy="9921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120" h="992123" extrusionOk="0">
                      <a:moveTo>
                        <a:pt x="0" y="0"/>
                      </a:moveTo>
                      <a:lnTo>
                        <a:pt x="202120" y="0"/>
                      </a:lnTo>
                      <a:lnTo>
                        <a:pt x="202120" y="992124"/>
                      </a:lnTo>
                      <a:lnTo>
                        <a:pt x="0" y="99212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9" name="Google Shape;429;p16"/>
                <p:cNvSpPr/>
                <p:nvPr/>
              </p:nvSpPr>
              <p:spPr>
                <a:xfrm>
                  <a:off x="10558843" y="4891468"/>
                  <a:ext cx="123063" cy="123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63" h="123062" extrusionOk="0">
                      <a:moveTo>
                        <a:pt x="123063" y="61532"/>
                      </a:moveTo>
                      <a:cubicBezTo>
                        <a:pt x="123063" y="95514"/>
                        <a:pt x="95514" y="123063"/>
                        <a:pt x="61531" y="123063"/>
                      </a:cubicBezTo>
                      <a:cubicBezTo>
                        <a:pt x="27548" y="123063"/>
                        <a:pt x="-1" y="95514"/>
                        <a:pt x="-1" y="61532"/>
                      </a:cubicBezTo>
                      <a:cubicBezTo>
                        <a:pt x="-1" y="27549"/>
                        <a:pt x="27548" y="0"/>
                        <a:pt x="61531" y="0"/>
                      </a:cubicBezTo>
                      <a:cubicBezTo>
                        <a:pt x="95514" y="0"/>
                        <a:pt x="123063" y="27549"/>
                        <a:pt x="123063" y="6153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30" name="Google Shape;430;p16"/>
                <p:cNvGrpSpPr/>
                <p:nvPr/>
              </p:nvGrpSpPr>
              <p:grpSpPr>
                <a:xfrm>
                  <a:off x="10556176" y="5465730"/>
                  <a:ext cx="128397" cy="44196"/>
                  <a:chOff x="10556176" y="5465730"/>
                  <a:chExt cx="128397" cy="44196"/>
                </a:xfrm>
              </p:grpSpPr>
              <p:sp>
                <p:nvSpPr>
                  <p:cNvPr id="431" name="Google Shape;431;p16"/>
                  <p:cNvSpPr/>
                  <p:nvPr/>
                </p:nvSpPr>
                <p:spPr>
                  <a:xfrm>
                    <a:off x="10556176" y="5465730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2" name="Google Shape;432;p16"/>
                  <p:cNvSpPr/>
                  <p:nvPr/>
                </p:nvSpPr>
                <p:spPr>
                  <a:xfrm>
                    <a:off x="10556176" y="5494972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33" name="Google Shape;433;p16"/>
                <p:cNvGrpSpPr/>
                <p:nvPr/>
              </p:nvGrpSpPr>
              <p:grpSpPr>
                <a:xfrm>
                  <a:off x="10556176" y="5689187"/>
                  <a:ext cx="128397" cy="44196"/>
                  <a:chOff x="10556176" y="5689187"/>
                  <a:chExt cx="128397" cy="44196"/>
                </a:xfrm>
              </p:grpSpPr>
              <p:sp>
                <p:nvSpPr>
                  <p:cNvPr id="434" name="Google Shape;434;p16"/>
                  <p:cNvSpPr/>
                  <p:nvPr/>
                </p:nvSpPr>
                <p:spPr>
                  <a:xfrm>
                    <a:off x="10556176" y="5689187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5" name="Google Shape;435;p16"/>
                  <p:cNvSpPr/>
                  <p:nvPr/>
                </p:nvSpPr>
                <p:spPr>
                  <a:xfrm>
                    <a:off x="10556176" y="5718429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436" name="Google Shape;436;p16"/>
            <p:cNvGrpSpPr/>
            <p:nvPr/>
          </p:nvGrpSpPr>
          <p:grpSpPr>
            <a:xfrm>
              <a:off x="11058042" y="5088325"/>
              <a:ext cx="213052" cy="717953"/>
              <a:chOff x="11058042" y="5088325"/>
              <a:chExt cx="213052" cy="717953"/>
            </a:xfrm>
          </p:grpSpPr>
          <p:sp>
            <p:nvSpPr>
              <p:cNvPr id="437" name="Google Shape;437;p16"/>
              <p:cNvSpPr/>
              <p:nvPr/>
            </p:nvSpPr>
            <p:spPr>
              <a:xfrm rot="-631368">
                <a:off x="11122592" y="5089982"/>
                <a:ext cx="83952" cy="714640"/>
              </a:xfrm>
              <a:custGeom>
                <a:avLst/>
                <a:gdLst/>
                <a:ahLst/>
                <a:cxnLst/>
                <a:rect l="l" t="t" r="r" b="b"/>
                <a:pathLst>
                  <a:path w="84010" h="715136" extrusionOk="0">
                    <a:moveTo>
                      <a:pt x="0" y="0"/>
                    </a:moveTo>
                    <a:lnTo>
                      <a:pt x="84010" y="0"/>
                    </a:lnTo>
                    <a:lnTo>
                      <a:pt x="84010" y="715137"/>
                    </a:lnTo>
                    <a:lnTo>
                      <a:pt x="0" y="71513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" name="Google Shape;438;p16"/>
              <p:cNvSpPr/>
              <p:nvPr/>
            </p:nvSpPr>
            <p:spPr>
              <a:xfrm rot="-631368">
                <a:off x="11154645" y="5271518"/>
                <a:ext cx="25985" cy="411004"/>
              </a:xfrm>
              <a:custGeom>
                <a:avLst/>
                <a:gdLst/>
                <a:ahLst/>
                <a:cxnLst/>
                <a:rect l="l" t="t" r="r" b="b"/>
                <a:pathLst>
                  <a:path w="26003" h="411289" extrusionOk="0">
                    <a:moveTo>
                      <a:pt x="0" y="0"/>
                    </a:moveTo>
                    <a:lnTo>
                      <a:pt x="26003" y="0"/>
                    </a:lnTo>
                    <a:lnTo>
                      <a:pt x="26003" y="411289"/>
                    </a:lnTo>
                    <a:lnTo>
                      <a:pt x="0" y="41128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39" name="Google Shape;439;p16"/>
          <p:cNvGrpSpPr/>
          <p:nvPr/>
        </p:nvGrpSpPr>
        <p:grpSpPr>
          <a:xfrm>
            <a:off x="135453" y="69369"/>
            <a:ext cx="426307" cy="643642"/>
            <a:chOff x="10572463" y="3528536"/>
            <a:chExt cx="580168" cy="875823"/>
          </a:xfrm>
        </p:grpSpPr>
        <p:grpSp>
          <p:nvGrpSpPr>
            <p:cNvPr id="440" name="Google Shape;440;p16"/>
            <p:cNvGrpSpPr/>
            <p:nvPr/>
          </p:nvGrpSpPr>
          <p:grpSpPr>
            <a:xfrm>
              <a:off x="10713815" y="3528536"/>
              <a:ext cx="438816" cy="746664"/>
              <a:chOff x="10713815" y="3528536"/>
              <a:chExt cx="438816" cy="746664"/>
            </a:xfrm>
          </p:grpSpPr>
          <p:sp>
            <p:nvSpPr>
              <p:cNvPr id="441" name="Google Shape;441;p16"/>
              <p:cNvSpPr/>
              <p:nvPr/>
            </p:nvSpPr>
            <p:spPr>
              <a:xfrm>
                <a:off x="10713815" y="3528536"/>
                <a:ext cx="438816" cy="746664"/>
              </a:xfrm>
              <a:custGeom>
                <a:avLst/>
                <a:gdLst/>
                <a:ahLst/>
                <a:cxnLst/>
                <a:rect l="l" t="t" r="r" b="b"/>
                <a:pathLst>
                  <a:path w="438816" h="746664" extrusionOk="0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42" name="Google Shape;442;p16"/>
              <p:cNvGrpSpPr/>
              <p:nvPr/>
            </p:nvGrpSpPr>
            <p:grpSpPr>
              <a:xfrm>
                <a:off x="10776489" y="3625310"/>
                <a:ext cx="313848" cy="288226"/>
                <a:chOff x="10776489" y="3625310"/>
                <a:chExt cx="313848" cy="288226"/>
              </a:xfrm>
            </p:grpSpPr>
            <p:sp>
              <p:nvSpPr>
                <p:cNvPr id="443" name="Google Shape;443;p16"/>
                <p:cNvSpPr/>
                <p:nvPr/>
              </p:nvSpPr>
              <p:spPr>
                <a:xfrm>
                  <a:off x="10776489" y="362531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4" name="Google Shape;444;p16"/>
                <p:cNvSpPr/>
                <p:nvPr/>
              </p:nvSpPr>
              <p:spPr>
                <a:xfrm>
                  <a:off x="10776489" y="367865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5" name="Google Shape;445;p16"/>
                <p:cNvSpPr/>
                <p:nvPr/>
              </p:nvSpPr>
              <p:spPr>
                <a:xfrm>
                  <a:off x="10776489" y="373199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6" name="Google Shape;446;p16"/>
                <p:cNvSpPr/>
                <p:nvPr/>
              </p:nvSpPr>
              <p:spPr>
                <a:xfrm>
                  <a:off x="10776489" y="3785425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7" name="Google Shape;447;p16"/>
                <p:cNvSpPr/>
                <p:nvPr/>
              </p:nvSpPr>
              <p:spPr>
                <a:xfrm>
                  <a:off x="10776489" y="3838765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8" name="Google Shape;448;p16"/>
                <p:cNvSpPr/>
                <p:nvPr/>
              </p:nvSpPr>
              <p:spPr>
                <a:xfrm>
                  <a:off x="10776489" y="3892105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49" name="Google Shape;449;p16"/>
              <p:cNvGrpSpPr/>
              <p:nvPr/>
            </p:nvGrpSpPr>
            <p:grpSpPr>
              <a:xfrm>
                <a:off x="10776489" y="3999547"/>
                <a:ext cx="313848" cy="181546"/>
                <a:chOff x="10776489" y="3999547"/>
                <a:chExt cx="313848" cy="181546"/>
              </a:xfrm>
            </p:grpSpPr>
            <p:sp>
              <p:nvSpPr>
                <p:cNvPr id="450" name="Google Shape;450;p16"/>
                <p:cNvSpPr/>
                <p:nvPr/>
              </p:nvSpPr>
              <p:spPr>
                <a:xfrm>
                  <a:off x="10776489" y="3999547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1" name="Google Shape;451;p16"/>
                <p:cNvSpPr/>
                <p:nvPr/>
              </p:nvSpPr>
              <p:spPr>
                <a:xfrm>
                  <a:off x="10776489" y="4052887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2" name="Google Shape;452;p16"/>
                <p:cNvSpPr/>
                <p:nvPr/>
              </p:nvSpPr>
              <p:spPr>
                <a:xfrm>
                  <a:off x="10776489" y="4106322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3" name="Google Shape;453;p16"/>
                <p:cNvSpPr/>
                <p:nvPr/>
              </p:nvSpPr>
              <p:spPr>
                <a:xfrm>
                  <a:off x="10776489" y="4159662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54" name="Google Shape;454;p16"/>
              <p:cNvSpPr/>
              <p:nvPr/>
            </p:nvSpPr>
            <p:spPr>
              <a:xfrm>
                <a:off x="11039951" y="3528536"/>
                <a:ext cx="112584" cy="112585"/>
              </a:xfrm>
              <a:custGeom>
                <a:avLst/>
                <a:gdLst/>
                <a:ahLst/>
                <a:cxnLst/>
                <a:rect l="l" t="t" r="r" b="b"/>
                <a:pathLst>
                  <a:path w="112584" h="112585" extrusionOk="0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5" name="Google Shape;455;p16"/>
            <p:cNvGrpSpPr/>
            <p:nvPr/>
          </p:nvGrpSpPr>
          <p:grpSpPr>
            <a:xfrm>
              <a:off x="10572463" y="3657790"/>
              <a:ext cx="438817" cy="746569"/>
              <a:chOff x="10572463" y="3657790"/>
              <a:chExt cx="438817" cy="746569"/>
            </a:xfrm>
          </p:grpSpPr>
          <p:sp>
            <p:nvSpPr>
              <p:cNvPr id="456" name="Google Shape;456;p16"/>
              <p:cNvSpPr/>
              <p:nvPr/>
            </p:nvSpPr>
            <p:spPr>
              <a:xfrm>
                <a:off x="10572463" y="3657790"/>
                <a:ext cx="438817" cy="746569"/>
              </a:xfrm>
              <a:custGeom>
                <a:avLst/>
                <a:gdLst/>
                <a:ahLst/>
                <a:cxnLst/>
                <a:rect l="l" t="t" r="r" b="b"/>
                <a:pathLst>
                  <a:path w="438817" h="746569" extrusionOk="0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57" name="Google Shape;457;p16"/>
              <p:cNvGrpSpPr/>
              <p:nvPr/>
            </p:nvGrpSpPr>
            <p:grpSpPr>
              <a:xfrm>
                <a:off x="10635138" y="3754469"/>
                <a:ext cx="313848" cy="288321"/>
                <a:chOff x="10635138" y="3754469"/>
                <a:chExt cx="313848" cy="288321"/>
              </a:xfrm>
            </p:grpSpPr>
            <p:sp>
              <p:nvSpPr>
                <p:cNvPr id="458" name="Google Shape;458;p16"/>
                <p:cNvSpPr/>
                <p:nvPr/>
              </p:nvSpPr>
              <p:spPr>
                <a:xfrm>
                  <a:off x="10635138" y="3754469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9" name="Google Shape;459;p16"/>
                <p:cNvSpPr/>
                <p:nvPr/>
              </p:nvSpPr>
              <p:spPr>
                <a:xfrm>
                  <a:off x="10635138" y="380790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0" name="Google Shape;460;p16"/>
                <p:cNvSpPr/>
                <p:nvPr/>
              </p:nvSpPr>
              <p:spPr>
                <a:xfrm>
                  <a:off x="10635138" y="386124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1" name="Google Shape;461;p16"/>
                <p:cNvSpPr/>
                <p:nvPr/>
              </p:nvSpPr>
              <p:spPr>
                <a:xfrm>
                  <a:off x="10635138" y="391458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2" name="Google Shape;462;p16"/>
                <p:cNvSpPr/>
                <p:nvPr/>
              </p:nvSpPr>
              <p:spPr>
                <a:xfrm>
                  <a:off x="10635138" y="3968019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3" name="Google Shape;463;p16"/>
                <p:cNvSpPr/>
                <p:nvPr/>
              </p:nvSpPr>
              <p:spPr>
                <a:xfrm>
                  <a:off x="10635138" y="4021359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64" name="Google Shape;464;p16"/>
              <p:cNvGrpSpPr/>
              <p:nvPr/>
            </p:nvGrpSpPr>
            <p:grpSpPr>
              <a:xfrm>
                <a:off x="10635138" y="4128801"/>
                <a:ext cx="313848" cy="181547"/>
                <a:chOff x="10635138" y="4128801"/>
                <a:chExt cx="313848" cy="181547"/>
              </a:xfrm>
            </p:grpSpPr>
            <p:sp>
              <p:nvSpPr>
                <p:cNvPr id="465" name="Google Shape;465;p16"/>
                <p:cNvSpPr/>
                <p:nvPr/>
              </p:nvSpPr>
              <p:spPr>
                <a:xfrm>
                  <a:off x="10635138" y="412880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6" name="Google Shape;466;p16"/>
                <p:cNvSpPr/>
                <p:nvPr/>
              </p:nvSpPr>
              <p:spPr>
                <a:xfrm>
                  <a:off x="10635138" y="418214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7" name="Google Shape;467;p16"/>
                <p:cNvSpPr/>
                <p:nvPr/>
              </p:nvSpPr>
              <p:spPr>
                <a:xfrm>
                  <a:off x="10635138" y="423548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8" name="Google Shape;468;p16"/>
                <p:cNvSpPr/>
                <p:nvPr/>
              </p:nvSpPr>
              <p:spPr>
                <a:xfrm>
                  <a:off x="10635138" y="4288917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69" name="Google Shape;469;p16"/>
              <p:cNvSpPr/>
              <p:nvPr/>
            </p:nvSpPr>
            <p:spPr>
              <a:xfrm>
                <a:off x="10898599" y="3657790"/>
                <a:ext cx="112586" cy="112585"/>
              </a:xfrm>
              <a:custGeom>
                <a:avLst/>
                <a:gdLst/>
                <a:ahLst/>
                <a:cxnLst/>
                <a:rect l="l" t="t" r="r" b="b"/>
                <a:pathLst>
                  <a:path w="112586" h="112585" extrusionOk="0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70" name="Google Shape;470;p16"/>
          <p:cNvGrpSpPr/>
          <p:nvPr/>
        </p:nvGrpSpPr>
        <p:grpSpPr>
          <a:xfrm>
            <a:off x="309868" y="711612"/>
            <a:ext cx="18197" cy="243247"/>
            <a:chOff x="10809827" y="4402455"/>
            <a:chExt cx="24764" cy="330993"/>
          </a:xfrm>
        </p:grpSpPr>
        <p:sp>
          <p:nvSpPr>
            <p:cNvPr id="471" name="Google Shape;471;p16"/>
            <p:cNvSpPr/>
            <p:nvPr/>
          </p:nvSpPr>
          <p:spPr>
            <a:xfrm>
              <a:off x="10822209" y="4414266"/>
              <a:ext cx="9525" cy="307467"/>
            </a:xfrm>
            <a:custGeom>
              <a:avLst/>
              <a:gdLst/>
              <a:ahLst/>
              <a:cxnLst/>
              <a:rect l="l" t="t" r="r" b="b"/>
              <a:pathLst>
                <a:path w="9525" h="307467" extrusionOk="0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w="10950" cap="flat" cmpd="sng">
              <a:solidFill>
                <a:schemeClr val="accent4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2" name="Google Shape;472;p16"/>
            <p:cNvSpPr/>
            <p:nvPr/>
          </p:nvSpPr>
          <p:spPr>
            <a:xfrm>
              <a:off x="10809827" y="4708683"/>
              <a:ext cx="24764" cy="24765"/>
            </a:xfrm>
            <a:custGeom>
              <a:avLst/>
              <a:gdLst/>
              <a:ahLst/>
              <a:cxnLst/>
              <a:rect l="l" t="t" r="r" b="b"/>
              <a:pathLst>
                <a:path w="24764" h="24765" extrusionOk="0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" name="Google Shape;473;p16"/>
            <p:cNvSpPr/>
            <p:nvPr/>
          </p:nvSpPr>
          <p:spPr>
            <a:xfrm>
              <a:off x="10809827" y="4402455"/>
              <a:ext cx="24764" cy="24764"/>
            </a:xfrm>
            <a:custGeom>
              <a:avLst/>
              <a:gdLst/>
              <a:ahLst/>
              <a:cxnLst/>
              <a:rect l="l" t="t" r="r" b="b"/>
              <a:pathLst>
                <a:path w="24764" h="24764" extrusionOk="0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4" name="Google Shape;474;p16"/>
          <p:cNvGrpSpPr/>
          <p:nvPr/>
        </p:nvGrpSpPr>
        <p:grpSpPr>
          <a:xfrm>
            <a:off x="8421644" y="1045085"/>
            <a:ext cx="396068" cy="717683"/>
            <a:chOff x="1945386" y="5582316"/>
            <a:chExt cx="470725" cy="852963"/>
          </a:xfrm>
        </p:grpSpPr>
        <p:grpSp>
          <p:nvGrpSpPr>
            <p:cNvPr id="475" name="Google Shape;475;p16"/>
            <p:cNvGrpSpPr/>
            <p:nvPr/>
          </p:nvGrpSpPr>
          <p:grpSpPr>
            <a:xfrm>
              <a:off x="1945386" y="5582316"/>
              <a:ext cx="470725" cy="852963"/>
              <a:chOff x="1945386" y="5582316"/>
              <a:chExt cx="470725" cy="852963"/>
            </a:xfrm>
          </p:grpSpPr>
          <p:sp>
            <p:nvSpPr>
              <p:cNvPr id="476" name="Google Shape;476;p16"/>
              <p:cNvSpPr/>
              <p:nvPr/>
            </p:nvSpPr>
            <p:spPr>
              <a:xfrm>
                <a:off x="1945386" y="5582316"/>
                <a:ext cx="470725" cy="852963"/>
              </a:xfrm>
              <a:custGeom>
                <a:avLst/>
                <a:gdLst/>
                <a:ahLst/>
                <a:cxnLst/>
                <a:rect l="l" t="t" r="r" b="b"/>
                <a:pathLst>
                  <a:path w="470725" h="852963" extrusionOk="0">
                    <a:moveTo>
                      <a:pt x="435388" y="0"/>
                    </a:moveTo>
                    <a:cubicBezTo>
                      <a:pt x="454904" y="0"/>
                      <a:pt x="470726" y="15821"/>
                      <a:pt x="470726" y="35338"/>
                    </a:cubicBezTo>
                    <a:lnTo>
                      <a:pt x="470726" y="817626"/>
                    </a:lnTo>
                    <a:cubicBezTo>
                      <a:pt x="470726" y="837143"/>
                      <a:pt x="454904" y="852964"/>
                      <a:pt x="435388" y="852964"/>
                    </a:cubicBezTo>
                    <a:lnTo>
                      <a:pt x="35338" y="852964"/>
                    </a:lnTo>
                    <a:cubicBezTo>
                      <a:pt x="15821" y="852964"/>
                      <a:pt x="0" y="837143"/>
                      <a:pt x="0" y="817626"/>
                    </a:cubicBezTo>
                    <a:lnTo>
                      <a:pt x="0" y="35338"/>
                    </a:lnTo>
                    <a:cubicBezTo>
                      <a:pt x="0" y="15822"/>
                      <a:pt x="15821" y="0"/>
                      <a:pt x="3533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7" name="Google Shape;477;p16"/>
              <p:cNvSpPr/>
              <p:nvPr/>
            </p:nvSpPr>
            <p:spPr>
              <a:xfrm>
                <a:off x="1965864" y="5625846"/>
                <a:ext cx="429577" cy="699420"/>
              </a:xfrm>
              <a:custGeom>
                <a:avLst/>
                <a:gdLst/>
                <a:ahLst/>
                <a:cxnLst/>
                <a:rect l="l" t="t" r="r" b="b"/>
                <a:pathLst>
                  <a:path w="429577" h="699420" extrusionOk="0">
                    <a:moveTo>
                      <a:pt x="0" y="0"/>
                    </a:moveTo>
                    <a:lnTo>
                      <a:pt x="429578" y="0"/>
                    </a:lnTo>
                    <a:lnTo>
                      <a:pt x="429578" y="699421"/>
                    </a:lnTo>
                    <a:lnTo>
                      <a:pt x="0" y="69942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78" name="Google Shape;478;p16"/>
            <p:cNvSpPr/>
            <p:nvPr/>
          </p:nvSpPr>
          <p:spPr>
            <a:xfrm>
              <a:off x="1986438" y="6371462"/>
              <a:ext cx="388334" cy="32194"/>
            </a:xfrm>
            <a:custGeom>
              <a:avLst/>
              <a:gdLst/>
              <a:ahLst/>
              <a:cxnLst/>
              <a:rect l="l" t="t" r="r" b="b"/>
              <a:pathLst>
                <a:path w="388334" h="32194" extrusionOk="0">
                  <a:moveTo>
                    <a:pt x="88011" y="0"/>
                  </a:moveTo>
                  <a:lnTo>
                    <a:pt x="16097" y="0"/>
                  </a:lnTo>
                  <a:cubicBezTo>
                    <a:pt x="7239" y="0"/>
                    <a:pt x="0" y="7239"/>
                    <a:pt x="0" y="16097"/>
                  </a:cubicBezTo>
                  <a:cubicBezTo>
                    <a:pt x="0" y="24955"/>
                    <a:pt x="7239" y="32195"/>
                    <a:pt x="16097" y="32195"/>
                  </a:cubicBezTo>
                  <a:lnTo>
                    <a:pt x="88011" y="32195"/>
                  </a:lnTo>
                  <a:cubicBezTo>
                    <a:pt x="96869" y="32195"/>
                    <a:pt x="104108" y="24955"/>
                    <a:pt x="104108" y="16097"/>
                  </a:cubicBezTo>
                  <a:cubicBezTo>
                    <a:pt x="104108" y="7239"/>
                    <a:pt x="96869" y="0"/>
                    <a:pt x="88011" y="0"/>
                  </a:cubicBezTo>
                  <a:close/>
                  <a:moveTo>
                    <a:pt x="230124" y="0"/>
                  </a:moveTo>
                  <a:lnTo>
                    <a:pt x="158210" y="0"/>
                  </a:lnTo>
                  <a:cubicBezTo>
                    <a:pt x="149352" y="0"/>
                    <a:pt x="142113" y="7239"/>
                    <a:pt x="142113" y="16097"/>
                  </a:cubicBezTo>
                  <a:cubicBezTo>
                    <a:pt x="142113" y="24955"/>
                    <a:pt x="149352" y="32195"/>
                    <a:pt x="158210" y="32195"/>
                  </a:cubicBezTo>
                  <a:lnTo>
                    <a:pt x="230124" y="32195"/>
                  </a:lnTo>
                  <a:cubicBezTo>
                    <a:pt x="238982" y="32195"/>
                    <a:pt x="246221" y="24955"/>
                    <a:pt x="246221" y="16097"/>
                  </a:cubicBezTo>
                  <a:cubicBezTo>
                    <a:pt x="246221" y="7239"/>
                    <a:pt x="238982" y="0"/>
                    <a:pt x="230124" y="0"/>
                  </a:cubicBezTo>
                  <a:close/>
                  <a:moveTo>
                    <a:pt x="372237" y="0"/>
                  </a:moveTo>
                  <a:lnTo>
                    <a:pt x="300323" y="0"/>
                  </a:lnTo>
                  <a:cubicBezTo>
                    <a:pt x="291465" y="0"/>
                    <a:pt x="284226" y="7239"/>
                    <a:pt x="284226" y="16097"/>
                  </a:cubicBezTo>
                  <a:cubicBezTo>
                    <a:pt x="284226" y="24955"/>
                    <a:pt x="291465" y="32195"/>
                    <a:pt x="300323" y="32195"/>
                  </a:cubicBezTo>
                  <a:lnTo>
                    <a:pt x="372237" y="32195"/>
                  </a:lnTo>
                  <a:cubicBezTo>
                    <a:pt x="381095" y="32195"/>
                    <a:pt x="388334" y="24955"/>
                    <a:pt x="388334" y="16097"/>
                  </a:cubicBezTo>
                  <a:cubicBezTo>
                    <a:pt x="388334" y="7239"/>
                    <a:pt x="381095" y="0"/>
                    <a:pt x="3722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9" name="Google Shape;479;p16"/>
          <p:cNvGrpSpPr/>
          <p:nvPr/>
        </p:nvGrpSpPr>
        <p:grpSpPr>
          <a:xfrm>
            <a:off x="8088695" y="57742"/>
            <a:ext cx="1061979" cy="558999"/>
            <a:chOff x="3859815" y="2867310"/>
            <a:chExt cx="1262157" cy="664368"/>
          </a:xfrm>
        </p:grpSpPr>
        <p:sp>
          <p:nvSpPr>
            <p:cNvPr id="480" name="Google Shape;480;p16"/>
            <p:cNvSpPr/>
            <p:nvPr/>
          </p:nvSpPr>
          <p:spPr>
            <a:xfrm>
              <a:off x="3859815" y="2867310"/>
              <a:ext cx="1262157" cy="664368"/>
            </a:xfrm>
            <a:custGeom>
              <a:avLst/>
              <a:gdLst/>
              <a:ahLst/>
              <a:cxnLst/>
              <a:rect l="l" t="t" r="r" b="b"/>
              <a:pathLst>
                <a:path w="1262157" h="664368" extrusionOk="0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81" name="Google Shape;481;p16"/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482" name="Google Shape;482;p16"/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483" name="Google Shape;483;p16"/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484" name="Google Shape;484;p16"/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5" name="Google Shape;485;p16"/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86" name="Google Shape;486;p16"/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487" name="Google Shape;487;p16"/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8" name="Google Shape;488;p16"/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89" name="Google Shape;489;p16"/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490" name="Google Shape;490;p16"/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91" name="Google Shape;491;p16"/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492" name="Google Shape;492;p16"/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3" name="Google Shape;493;p16"/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4" name="Google Shape;494;p16"/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95" name="Google Shape;495;p16"/>
          <p:cNvGrpSpPr/>
          <p:nvPr/>
        </p:nvGrpSpPr>
        <p:grpSpPr>
          <a:xfrm>
            <a:off x="8582238" y="611818"/>
            <a:ext cx="33124" cy="442802"/>
            <a:chOff x="10809827" y="4402455"/>
            <a:chExt cx="24764" cy="330993"/>
          </a:xfrm>
        </p:grpSpPr>
        <p:sp>
          <p:nvSpPr>
            <p:cNvPr id="496" name="Google Shape;496;p16"/>
            <p:cNvSpPr/>
            <p:nvPr/>
          </p:nvSpPr>
          <p:spPr>
            <a:xfrm>
              <a:off x="10822209" y="4414266"/>
              <a:ext cx="9525" cy="307467"/>
            </a:xfrm>
            <a:custGeom>
              <a:avLst/>
              <a:gdLst/>
              <a:ahLst/>
              <a:cxnLst/>
              <a:rect l="l" t="t" r="r" b="b"/>
              <a:pathLst>
                <a:path w="9525" h="307467" extrusionOk="0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w="10950" cap="flat" cmpd="sng">
              <a:solidFill>
                <a:schemeClr val="accent4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" name="Google Shape;497;p16"/>
            <p:cNvSpPr/>
            <p:nvPr/>
          </p:nvSpPr>
          <p:spPr>
            <a:xfrm>
              <a:off x="10809827" y="4708683"/>
              <a:ext cx="24764" cy="24765"/>
            </a:xfrm>
            <a:custGeom>
              <a:avLst/>
              <a:gdLst/>
              <a:ahLst/>
              <a:cxnLst/>
              <a:rect l="l" t="t" r="r" b="b"/>
              <a:pathLst>
                <a:path w="24764" h="24765" extrusionOk="0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" name="Google Shape;498;p16"/>
            <p:cNvSpPr/>
            <p:nvPr/>
          </p:nvSpPr>
          <p:spPr>
            <a:xfrm>
              <a:off x="10809827" y="4402455"/>
              <a:ext cx="24764" cy="24764"/>
            </a:xfrm>
            <a:custGeom>
              <a:avLst/>
              <a:gdLst/>
              <a:ahLst/>
              <a:cxnLst/>
              <a:rect l="l" t="t" r="r" b="b"/>
              <a:pathLst>
                <a:path w="24764" h="24764" extrusionOk="0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23"/>
          <p:cNvSpPr/>
          <p:nvPr/>
        </p:nvSpPr>
        <p:spPr>
          <a:xfrm rot="-1900174" flipH="1">
            <a:off x="-500059" y="-436065"/>
            <a:ext cx="1729608" cy="1398556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9" name="Google Shape;689;p23"/>
          <p:cNvSpPr/>
          <p:nvPr/>
        </p:nvSpPr>
        <p:spPr>
          <a:xfrm rot="-3263452" flipH="1">
            <a:off x="5847147" y="3927927"/>
            <a:ext cx="2997856" cy="2576292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0" name="Google Shape;690;p23"/>
          <p:cNvSpPr/>
          <p:nvPr/>
        </p:nvSpPr>
        <p:spPr>
          <a:xfrm rot="460623" flipH="1">
            <a:off x="6387251" y="-1517085"/>
            <a:ext cx="4087061" cy="330470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1" name="Google Shape;691;p23"/>
          <p:cNvSpPr/>
          <p:nvPr/>
        </p:nvSpPr>
        <p:spPr>
          <a:xfrm rot="531593" flipH="1">
            <a:off x="-1222788" y="3829381"/>
            <a:ext cx="2902962" cy="234732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92" name="Google Shape;692;p23"/>
          <p:cNvGrpSpPr/>
          <p:nvPr/>
        </p:nvGrpSpPr>
        <p:grpSpPr>
          <a:xfrm>
            <a:off x="7931872" y="177093"/>
            <a:ext cx="997823" cy="737095"/>
            <a:chOff x="7931872" y="177093"/>
            <a:chExt cx="997823" cy="737095"/>
          </a:xfrm>
        </p:grpSpPr>
        <p:grpSp>
          <p:nvGrpSpPr>
            <p:cNvPr id="693" name="Google Shape;693;p23"/>
            <p:cNvGrpSpPr/>
            <p:nvPr/>
          </p:nvGrpSpPr>
          <p:grpSpPr>
            <a:xfrm>
              <a:off x="7931872" y="177093"/>
              <a:ext cx="919725" cy="318025"/>
              <a:chOff x="7230903" y="4635722"/>
              <a:chExt cx="652843" cy="225742"/>
            </a:xfrm>
          </p:grpSpPr>
          <p:sp>
            <p:nvSpPr>
              <p:cNvPr id="694" name="Google Shape;694;p23"/>
              <p:cNvSpPr/>
              <p:nvPr/>
            </p:nvSpPr>
            <p:spPr>
              <a:xfrm>
                <a:off x="7230903" y="4635722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5" name="Google Shape;695;p23"/>
              <p:cNvSpPr/>
              <p:nvPr/>
            </p:nvSpPr>
            <p:spPr>
              <a:xfrm>
                <a:off x="7287577" y="4672107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96" name="Google Shape;696;p23"/>
              <p:cNvGrpSpPr/>
              <p:nvPr/>
            </p:nvGrpSpPr>
            <p:grpSpPr>
              <a:xfrm>
                <a:off x="7487126" y="4676394"/>
                <a:ext cx="332041" cy="142684"/>
                <a:chOff x="7487126" y="4676394"/>
                <a:chExt cx="332041" cy="142684"/>
              </a:xfrm>
            </p:grpSpPr>
            <p:sp>
              <p:nvSpPr>
                <p:cNvPr id="697" name="Google Shape;697;p23"/>
                <p:cNvSpPr/>
                <p:nvPr/>
              </p:nvSpPr>
              <p:spPr>
                <a:xfrm>
                  <a:off x="7487126" y="4676394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8" name="Google Shape;698;p23"/>
                <p:cNvSpPr/>
                <p:nvPr/>
              </p:nvSpPr>
              <p:spPr>
                <a:xfrm>
                  <a:off x="7487126" y="4717161"/>
                  <a:ext cx="29032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322" h="20383" extrusionOk="0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9" name="Google Shape;699;p23"/>
                <p:cNvSpPr/>
                <p:nvPr/>
              </p:nvSpPr>
              <p:spPr>
                <a:xfrm>
                  <a:off x="7487126" y="4757928"/>
                  <a:ext cx="30394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942" h="20383" extrusionOk="0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0" name="Google Shape;700;p23"/>
                <p:cNvSpPr/>
                <p:nvPr/>
              </p:nvSpPr>
              <p:spPr>
                <a:xfrm>
                  <a:off x="7487126" y="4798695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701" name="Google Shape;701;p23"/>
            <p:cNvGrpSpPr/>
            <p:nvPr/>
          </p:nvGrpSpPr>
          <p:grpSpPr>
            <a:xfrm>
              <a:off x="7931872" y="596163"/>
              <a:ext cx="919725" cy="318025"/>
              <a:chOff x="7230903" y="4933188"/>
              <a:chExt cx="652843" cy="225742"/>
            </a:xfrm>
          </p:grpSpPr>
          <p:grpSp>
            <p:nvGrpSpPr>
              <p:cNvPr id="702" name="Google Shape;702;p23"/>
              <p:cNvGrpSpPr/>
              <p:nvPr/>
            </p:nvGrpSpPr>
            <p:grpSpPr>
              <a:xfrm>
                <a:off x="7230903" y="4933188"/>
                <a:ext cx="652843" cy="225742"/>
                <a:chOff x="7230903" y="4933188"/>
                <a:chExt cx="652843" cy="225742"/>
              </a:xfrm>
            </p:grpSpPr>
            <p:sp>
              <p:nvSpPr>
                <p:cNvPr id="703" name="Google Shape;703;p23"/>
                <p:cNvSpPr/>
                <p:nvPr/>
              </p:nvSpPr>
              <p:spPr>
                <a:xfrm>
                  <a:off x="7230903" y="4933188"/>
                  <a:ext cx="652843" cy="2257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843" h="225742" extrusionOk="0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4" name="Google Shape;704;p23"/>
                <p:cNvSpPr/>
                <p:nvPr/>
              </p:nvSpPr>
              <p:spPr>
                <a:xfrm>
                  <a:off x="7287577" y="4969668"/>
                  <a:ext cx="151161" cy="1511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161" h="151161" extrusionOk="0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705" name="Google Shape;705;p23"/>
                <p:cNvGrpSpPr/>
                <p:nvPr/>
              </p:nvGrpSpPr>
              <p:grpSpPr>
                <a:xfrm>
                  <a:off x="7487126" y="4973859"/>
                  <a:ext cx="332041" cy="142684"/>
                  <a:chOff x="7487126" y="4973859"/>
                  <a:chExt cx="332041" cy="142684"/>
                </a:xfrm>
              </p:grpSpPr>
              <p:sp>
                <p:nvSpPr>
                  <p:cNvPr id="706" name="Google Shape;706;p23"/>
                  <p:cNvSpPr/>
                  <p:nvPr/>
                </p:nvSpPr>
                <p:spPr>
                  <a:xfrm>
                    <a:off x="7506747" y="4973859"/>
                    <a:ext cx="280034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0034" h="20383" extrusionOk="0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7" name="Google Shape;707;p23"/>
                  <p:cNvSpPr/>
                  <p:nvPr/>
                </p:nvSpPr>
                <p:spPr>
                  <a:xfrm>
                    <a:off x="7487126" y="5014626"/>
                    <a:ext cx="205073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073" h="20383" extrusionOk="0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8" name="Google Shape;708;p23"/>
                  <p:cNvSpPr/>
                  <p:nvPr/>
                </p:nvSpPr>
                <p:spPr>
                  <a:xfrm>
                    <a:off x="7487126" y="5055393"/>
                    <a:ext cx="332041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2041" h="20383" extrusionOk="0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9" name="Google Shape;709;p23"/>
                  <p:cNvSpPr/>
                  <p:nvPr/>
                </p:nvSpPr>
                <p:spPr>
                  <a:xfrm>
                    <a:off x="7487126" y="5096160"/>
                    <a:ext cx="171545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1545" h="20383" extrusionOk="0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710" name="Google Shape;710;p23"/>
              <p:cNvSpPr/>
              <p:nvPr/>
            </p:nvSpPr>
            <p:spPr>
              <a:xfrm>
                <a:off x="7338250" y="5011639"/>
                <a:ext cx="50734" cy="60632"/>
              </a:xfrm>
              <a:custGeom>
                <a:avLst/>
                <a:gdLst/>
                <a:ahLst/>
                <a:cxnLst/>
                <a:rect l="l" t="t" r="r" b="b"/>
                <a:pathLst>
                  <a:path w="50734" h="60632" extrusionOk="0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11" name="Google Shape;711;p23"/>
            <p:cNvGrpSpPr/>
            <p:nvPr/>
          </p:nvGrpSpPr>
          <p:grpSpPr>
            <a:xfrm>
              <a:off x="8756326" y="539537"/>
              <a:ext cx="173370" cy="112691"/>
              <a:chOff x="7816120" y="4892994"/>
              <a:chExt cx="123062" cy="79991"/>
            </a:xfrm>
          </p:grpSpPr>
          <p:grpSp>
            <p:nvGrpSpPr>
              <p:cNvPr id="712" name="Google Shape;712;p23"/>
              <p:cNvGrpSpPr/>
              <p:nvPr/>
            </p:nvGrpSpPr>
            <p:grpSpPr>
              <a:xfrm>
                <a:off x="7816120" y="4902803"/>
                <a:ext cx="123062" cy="63817"/>
                <a:chOff x="7816120" y="4902803"/>
                <a:chExt cx="123062" cy="63817"/>
              </a:xfrm>
            </p:grpSpPr>
            <p:sp>
              <p:nvSpPr>
                <p:cNvPr id="713" name="Google Shape;713;p23"/>
                <p:cNvSpPr/>
                <p:nvPr/>
              </p:nvSpPr>
              <p:spPr>
                <a:xfrm>
                  <a:off x="7816120" y="4902803"/>
                  <a:ext cx="123062" cy="638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62" h="63817" extrusionOk="0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4" name="Google Shape;714;p23"/>
                <p:cNvSpPr/>
                <p:nvPr/>
              </p:nvSpPr>
              <p:spPr>
                <a:xfrm>
                  <a:off x="7858029" y="4915090"/>
                  <a:ext cx="39242" cy="39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242" h="39243" extrusionOk="0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715" name="Google Shape;715;p23"/>
              <p:cNvSpPr/>
              <p:nvPr/>
            </p:nvSpPr>
            <p:spPr>
              <a:xfrm rot="-2700000">
                <a:off x="7825456" y="4928129"/>
                <a:ext cx="103403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103346" h="9715" extrusionOk="0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24"/>
          <p:cNvSpPr/>
          <p:nvPr/>
        </p:nvSpPr>
        <p:spPr>
          <a:xfrm rot="8819869" flipH="1">
            <a:off x="7035528" y="3933627"/>
            <a:ext cx="3158468" cy="2509642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" name="Google Shape;718;p24"/>
          <p:cNvSpPr/>
          <p:nvPr/>
        </p:nvSpPr>
        <p:spPr>
          <a:xfrm rot="-3657034" flipH="1">
            <a:off x="-1336268" y="-858934"/>
            <a:ext cx="2746020" cy="1921695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19" name="Google Shape;719;p24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720" name="Google Shape;720;p24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721" name="Google Shape;721;p24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2" name="Google Shape;722;p24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3" name="Google Shape;723;p24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24" name="Google Shape;724;p24"/>
            <p:cNvSpPr/>
            <p:nvPr/>
          </p:nvSpPr>
          <p:spPr>
            <a:xfrm>
              <a:off x="1303210" y="4628965"/>
              <a:ext cx="68735" cy="82063"/>
            </a:xfrm>
            <a:custGeom>
              <a:avLst/>
              <a:gdLst/>
              <a:ahLst/>
              <a:cxnLst/>
              <a:rect l="l" t="t" r="r" b="b"/>
              <a:pathLst>
                <a:path w="68735" h="82063" extrusionOk="0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25" name="Google Shape;725;p24"/>
          <p:cNvGrpSpPr/>
          <p:nvPr/>
        </p:nvGrpSpPr>
        <p:grpSpPr>
          <a:xfrm>
            <a:off x="8114970" y="266839"/>
            <a:ext cx="829992" cy="750888"/>
            <a:chOff x="8114596" y="445039"/>
            <a:chExt cx="633002" cy="572716"/>
          </a:xfrm>
        </p:grpSpPr>
        <p:grpSp>
          <p:nvGrpSpPr>
            <p:cNvPr id="726" name="Google Shape;726;p24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727" name="Google Shape;727;p24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avLst/>
                <a:gdLst/>
                <a:ahLst/>
                <a:cxnLst/>
                <a:rect l="l" t="t" r="r" b="b"/>
                <a:pathLst>
                  <a:path w="598074" h="541115" extrusionOk="0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28" name="Google Shape;728;p24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729" name="Google Shape;729;p24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0" name="Google Shape;730;p24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1" name="Google Shape;731;p24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732" name="Google Shape;732;p24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733" name="Google Shape;733;p24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avLst/>
                <a:gdLst/>
                <a:ahLst/>
                <a:cxnLst/>
                <a:rect l="l" t="t" r="r" b="b"/>
                <a:pathLst>
                  <a:path w="218503" h="218217" extrusionOk="0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34" name="Google Shape;734;p24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735" name="Google Shape;735;p24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736" name="Google Shape;736;p24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37" name="Google Shape;737;p24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38" name="Google Shape;738;p24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739" name="Google Shape;739;p24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0" name="Google Shape;740;p24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41" name="Google Shape;741;p24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742" name="Google Shape;742;p24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3" name="Google Shape;743;p24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88" name="Google Shape;588;p20"/>
          <p:cNvSpPr/>
          <p:nvPr/>
        </p:nvSpPr>
        <p:spPr>
          <a:xfrm rot="337739" flipH="1">
            <a:off x="8212271" y="3187242"/>
            <a:ext cx="3158465" cy="3518480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89" name="Google Shape;589;p20"/>
          <p:cNvGrpSpPr/>
          <p:nvPr/>
        </p:nvGrpSpPr>
        <p:grpSpPr>
          <a:xfrm>
            <a:off x="90200" y="4214393"/>
            <a:ext cx="516117" cy="779220"/>
            <a:chOff x="10572463" y="3528536"/>
            <a:chExt cx="580168" cy="875823"/>
          </a:xfrm>
        </p:grpSpPr>
        <p:grpSp>
          <p:nvGrpSpPr>
            <p:cNvPr id="590" name="Google Shape;590;p20"/>
            <p:cNvGrpSpPr/>
            <p:nvPr/>
          </p:nvGrpSpPr>
          <p:grpSpPr>
            <a:xfrm>
              <a:off x="10713815" y="3528536"/>
              <a:ext cx="438816" cy="746664"/>
              <a:chOff x="10713815" y="3528536"/>
              <a:chExt cx="438816" cy="746664"/>
            </a:xfrm>
          </p:grpSpPr>
          <p:sp>
            <p:nvSpPr>
              <p:cNvPr id="591" name="Google Shape;591;p20"/>
              <p:cNvSpPr/>
              <p:nvPr/>
            </p:nvSpPr>
            <p:spPr>
              <a:xfrm>
                <a:off x="10713815" y="3528536"/>
                <a:ext cx="438816" cy="746664"/>
              </a:xfrm>
              <a:custGeom>
                <a:avLst/>
                <a:gdLst/>
                <a:ahLst/>
                <a:cxnLst/>
                <a:rect l="l" t="t" r="r" b="b"/>
                <a:pathLst>
                  <a:path w="438816" h="746664" extrusionOk="0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92" name="Google Shape;592;p20"/>
              <p:cNvGrpSpPr/>
              <p:nvPr/>
            </p:nvGrpSpPr>
            <p:grpSpPr>
              <a:xfrm>
                <a:off x="10776489" y="3625310"/>
                <a:ext cx="313848" cy="288226"/>
                <a:chOff x="10776489" y="3625310"/>
                <a:chExt cx="313848" cy="288226"/>
              </a:xfrm>
            </p:grpSpPr>
            <p:sp>
              <p:nvSpPr>
                <p:cNvPr id="593" name="Google Shape;593;p20"/>
                <p:cNvSpPr/>
                <p:nvPr/>
              </p:nvSpPr>
              <p:spPr>
                <a:xfrm>
                  <a:off x="10776489" y="362531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4" name="Google Shape;594;p20"/>
                <p:cNvSpPr/>
                <p:nvPr/>
              </p:nvSpPr>
              <p:spPr>
                <a:xfrm>
                  <a:off x="10776489" y="367865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5" name="Google Shape;595;p20"/>
                <p:cNvSpPr/>
                <p:nvPr/>
              </p:nvSpPr>
              <p:spPr>
                <a:xfrm>
                  <a:off x="10776489" y="373199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6" name="Google Shape;596;p20"/>
                <p:cNvSpPr/>
                <p:nvPr/>
              </p:nvSpPr>
              <p:spPr>
                <a:xfrm>
                  <a:off x="10776489" y="3785425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7" name="Google Shape;597;p20"/>
                <p:cNvSpPr/>
                <p:nvPr/>
              </p:nvSpPr>
              <p:spPr>
                <a:xfrm>
                  <a:off x="10776489" y="3838765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8" name="Google Shape;598;p20"/>
                <p:cNvSpPr/>
                <p:nvPr/>
              </p:nvSpPr>
              <p:spPr>
                <a:xfrm>
                  <a:off x="10776489" y="3892105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99" name="Google Shape;599;p20"/>
              <p:cNvGrpSpPr/>
              <p:nvPr/>
            </p:nvGrpSpPr>
            <p:grpSpPr>
              <a:xfrm>
                <a:off x="10776489" y="3999547"/>
                <a:ext cx="313848" cy="181546"/>
                <a:chOff x="10776489" y="3999547"/>
                <a:chExt cx="313848" cy="181546"/>
              </a:xfrm>
            </p:grpSpPr>
            <p:sp>
              <p:nvSpPr>
                <p:cNvPr id="600" name="Google Shape;600;p20"/>
                <p:cNvSpPr/>
                <p:nvPr/>
              </p:nvSpPr>
              <p:spPr>
                <a:xfrm>
                  <a:off x="10776489" y="3999547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1" name="Google Shape;601;p20"/>
                <p:cNvSpPr/>
                <p:nvPr/>
              </p:nvSpPr>
              <p:spPr>
                <a:xfrm>
                  <a:off x="10776489" y="4052887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2" name="Google Shape;602;p20"/>
                <p:cNvSpPr/>
                <p:nvPr/>
              </p:nvSpPr>
              <p:spPr>
                <a:xfrm>
                  <a:off x="10776489" y="4106322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3" name="Google Shape;603;p20"/>
                <p:cNvSpPr/>
                <p:nvPr/>
              </p:nvSpPr>
              <p:spPr>
                <a:xfrm>
                  <a:off x="10776489" y="4159662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604" name="Google Shape;604;p20"/>
              <p:cNvSpPr/>
              <p:nvPr/>
            </p:nvSpPr>
            <p:spPr>
              <a:xfrm>
                <a:off x="11039951" y="3528536"/>
                <a:ext cx="112584" cy="112585"/>
              </a:xfrm>
              <a:custGeom>
                <a:avLst/>
                <a:gdLst/>
                <a:ahLst/>
                <a:cxnLst/>
                <a:rect l="l" t="t" r="r" b="b"/>
                <a:pathLst>
                  <a:path w="112584" h="112585" extrusionOk="0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05" name="Google Shape;605;p20"/>
            <p:cNvGrpSpPr/>
            <p:nvPr/>
          </p:nvGrpSpPr>
          <p:grpSpPr>
            <a:xfrm>
              <a:off x="10572463" y="3657790"/>
              <a:ext cx="438817" cy="746569"/>
              <a:chOff x="10572463" y="3657790"/>
              <a:chExt cx="438817" cy="746569"/>
            </a:xfrm>
          </p:grpSpPr>
          <p:sp>
            <p:nvSpPr>
              <p:cNvPr id="606" name="Google Shape;606;p20"/>
              <p:cNvSpPr/>
              <p:nvPr/>
            </p:nvSpPr>
            <p:spPr>
              <a:xfrm>
                <a:off x="10572463" y="3657790"/>
                <a:ext cx="438817" cy="746569"/>
              </a:xfrm>
              <a:custGeom>
                <a:avLst/>
                <a:gdLst/>
                <a:ahLst/>
                <a:cxnLst/>
                <a:rect l="l" t="t" r="r" b="b"/>
                <a:pathLst>
                  <a:path w="438817" h="746569" extrusionOk="0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07" name="Google Shape;607;p20"/>
              <p:cNvGrpSpPr/>
              <p:nvPr/>
            </p:nvGrpSpPr>
            <p:grpSpPr>
              <a:xfrm>
                <a:off x="10635138" y="3754469"/>
                <a:ext cx="313848" cy="288321"/>
                <a:chOff x="10635138" y="3754469"/>
                <a:chExt cx="313848" cy="288321"/>
              </a:xfrm>
            </p:grpSpPr>
            <p:sp>
              <p:nvSpPr>
                <p:cNvPr id="608" name="Google Shape;608;p20"/>
                <p:cNvSpPr/>
                <p:nvPr/>
              </p:nvSpPr>
              <p:spPr>
                <a:xfrm>
                  <a:off x="10635138" y="3754469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9" name="Google Shape;609;p20"/>
                <p:cNvSpPr/>
                <p:nvPr/>
              </p:nvSpPr>
              <p:spPr>
                <a:xfrm>
                  <a:off x="10635138" y="380790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0" name="Google Shape;610;p20"/>
                <p:cNvSpPr/>
                <p:nvPr/>
              </p:nvSpPr>
              <p:spPr>
                <a:xfrm>
                  <a:off x="10635138" y="386124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1" name="Google Shape;611;p20"/>
                <p:cNvSpPr/>
                <p:nvPr/>
              </p:nvSpPr>
              <p:spPr>
                <a:xfrm>
                  <a:off x="10635138" y="391458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2" name="Google Shape;612;p20"/>
                <p:cNvSpPr/>
                <p:nvPr/>
              </p:nvSpPr>
              <p:spPr>
                <a:xfrm>
                  <a:off x="10635138" y="3968019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3" name="Google Shape;613;p20"/>
                <p:cNvSpPr/>
                <p:nvPr/>
              </p:nvSpPr>
              <p:spPr>
                <a:xfrm>
                  <a:off x="10635138" y="4021359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14" name="Google Shape;614;p20"/>
              <p:cNvGrpSpPr/>
              <p:nvPr/>
            </p:nvGrpSpPr>
            <p:grpSpPr>
              <a:xfrm>
                <a:off x="10635138" y="4128801"/>
                <a:ext cx="313848" cy="181547"/>
                <a:chOff x="10635138" y="4128801"/>
                <a:chExt cx="313848" cy="181547"/>
              </a:xfrm>
            </p:grpSpPr>
            <p:sp>
              <p:nvSpPr>
                <p:cNvPr id="615" name="Google Shape;615;p20"/>
                <p:cNvSpPr/>
                <p:nvPr/>
              </p:nvSpPr>
              <p:spPr>
                <a:xfrm>
                  <a:off x="10635138" y="412880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6" name="Google Shape;616;p20"/>
                <p:cNvSpPr/>
                <p:nvPr/>
              </p:nvSpPr>
              <p:spPr>
                <a:xfrm>
                  <a:off x="10635138" y="418214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7" name="Google Shape;617;p20"/>
                <p:cNvSpPr/>
                <p:nvPr/>
              </p:nvSpPr>
              <p:spPr>
                <a:xfrm>
                  <a:off x="10635138" y="423548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8" name="Google Shape;618;p20"/>
                <p:cNvSpPr/>
                <p:nvPr/>
              </p:nvSpPr>
              <p:spPr>
                <a:xfrm>
                  <a:off x="10635138" y="4288917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619" name="Google Shape;619;p20"/>
              <p:cNvSpPr/>
              <p:nvPr/>
            </p:nvSpPr>
            <p:spPr>
              <a:xfrm>
                <a:off x="10898599" y="3657790"/>
                <a:ext cx="112586" cy="112585"/>
              </a:xfrm>
              <a:custGeom>
                <a:avLst/>
                <a:gdLst/>
                <a:ahLst/>
                <a:cxnLst/>
                <a:rect l="l" t="t" r="r" b="b"/>
                <a:pathLst>
                  <a:path w="112586" h="112585" extrusionOk="0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20" name="Google Shape;620;p20"/>
          <p:cNvSpPr/>
          <p:nvPr/>
        </p:nvSpPr>
        <p:spPr>
          <a:xfrm rot="-3657034" flipH="1">
            <a:off x="-1404232" y="-737971"/>
            <a:ext cx="2746020" cy="1627876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21" name="Google Shape;621;p20"/>
          <p:cNvGrpSpPr/>
          <p:nvPr/>
        </p:nvGrpSpPr>
        <p:grpSpPr>
          <a:xfrm>
            <a:off x="8114970" y="266839"/>
            <a:ext cx="829992" cy="750888"/>
            <a:chOff x="8114596" y="445039"/>
            <a:chExt cx="633002" cy="572716"/>
          </a:xfrm>
        </p:grpSpPr>
        <p:grpSp>
          <p:nvGrpSpPr>
            <p:cNvPr id="622" name="Google Shape;622;p20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623" name="Google Shape;623;p20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avLst/>
                <a:gdLst/>
                <a:ahLst/>
                <a:cxnLst/>
                <a:rect l="l" t="t" r="r" b="b"/>
                <a:pathLst>
                  <a:path w="598074" h="541115" extrusionOk="0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24" name="Google Shape;624;p20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625" name="Google Shape;625;p20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6" name="Google Shape;626;p20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7" name="Google Shape;627;p20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28" name="Google Shape;628;p20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629" name="Google Shape;629;p20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avLst/>
                <a:gdLst/>
                <a:ahLst/>
                <a:cxnLst/>
                <a:rect l="l" t="t" r="r" b="b"/>
                <a:pathLst>
                  <a:path w="218503" h="218217" extrusionOk="0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30" name="Google Shape;630;p20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631" name="Google Shape;631;p20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632" name="Google Shape;632;p20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3" name="Google Shape;633;p20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34" name="Google Shape;634;p20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635" name="Google Shape;635;p20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6" name="Google Shape;636;p20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37" name="Google Shape;637;p20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638" name="Google Shape;638;p20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9" name="Google Shape;639;p20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  <p:extLst>
      <p:ext uri="{BB962C8B-B14F-4D97-AF65-F5344CB8AC3E}">
        <p14:creationId xmlns:p14="http://schemas.microsoft.com/office/powerpoint/2010/main" val="2769699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3" r:id="rId3"/>
    <p:sldLayoutId id="2147483654" r:id="rId4"/>
    <p:sldLayoutId id="2147483655" r:id="rId5"/>
    <p:sldLayoutId id="2147483656" r:id="rId6"/>
    <p:sldLayoutId id="2147483658" r:id="rId7"/>
    <p:sldLayoutId id="2147483659" r:id="rId8"/>
    <p:sldLayoutId id="2147483661" r:id="rId9"/>
    <p:sldLayoutId id="2147483662" r:id="rId10"/>
    <p:sldLayoutId id="2147483669" r:id="rId11"/>
    <p:sldLayoutId id="2147483670" r:id="rId12"/>
    <p:sldLayoutId id="2147483674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28"/>
          <p:cNvSpPr/>
          <p:nvPr/>
        </p:nvSpPr>
        <p:spPr>
          <a:xfrm rot="1053742">
            <a:off x="4909608" y="421118"/>
            <a:ext cx="4314987" cy="4418593"/>
          </a:xfrm>
          <a:custGeom>
            <a:avLst/>
            <a:gdLst/>
            <a:ahLst/>
            <a:cxnLst/>
            <a:rect l="l" t="t" r="r" b="b"/>
            <a:pathLst>
              <a:path w="45721" h="44028" extrusionOk="0">
                <a:moveTo>
                  <a:pt x="22493" y="0"/>
                </a:moveTo>
                <a:cubicBezTo>
                  <a:pt x="21088" y="0"/>
                  <a:pt x="19696" y="207"/>
                  <a:pt x="18384" y="686"/>
                </a:cubicBezTo>
                <a:cubicBezTo>
                  <a:pt x="16538" y="1365"/>
                  <a:pt x="14788" y="2674"/>
                  <a:pt x="13800" y="4401"/>
                </a:cubicBezTo>
                <a:cubicBezTo>
                  <a:pt x="12502" y="6663"/>
                  <a:pt x="12633" y="9461"/>
                  <a:pt x="11597" y="11842"/>
                </a:cubicBezTo>
                <a:cubicBezTo>
                  <a:pt x="10764" y="13771"/>
                  <a:pt x="8704" y="14926"/>
                  <a:pt x="7073" y="16116"/>
                </a:cubicBezTo>
                <a:cubicBezTo>
                  <a:pt x="4548" y="17962"/>
                  <a:pt x="2048" y="20141"/>
                  <a:pt x="1179" y="23260"/>
                </a:cubicBezTo>
                <a:cubicBezTo>
                  <a:pt x="0" y="27415"/>
                  <a:pt x="346" y="32368"/>
                  <a:pt x="2715" y="36071"/>
                </a:cubicBezTo>
                <a:cubicBezTo>
                  <a:pt x="4489" y="38834"/>
                  <a:pt x="7513" y="39655"/>
                  <a:pt x="10644" y="39715"/>
                </a:cubicBezTo>
                <a:cubicBezTo>
                  <a:pt x="10740" y="39716"/>
                  <a:pt x="10835" y="39717"/>
                  <a:pt x="10932" y="39717"/>
                </a:cubicBezTo>
                <a:cubicBezTo>
                  <a:pt x="12378" y="39717"/>
                  <a:pt x="13967" y="39555"/>
                  <a:pt x="15526" y="39555"/>
                </a:cubicBezTo>
                <a:cubicBezTo>
                  <a:pt x="17089" y="39555"/>
                  <a:pt x="18623" y="39718"/>
                  <a:pt x="19955" y="40369"/>
                </a:cubicBezTo>
                <a:cubicBezTo>
                  <a:pt x="23538" y="42115"/>
                  <a:pt x="27996" y="44028"/>
                  <a:pt x="32241" y="44028"/>
                </a:cubicBezTo>
                <a:cubicBezTo>
                  <a:pt x="33555" y="44028"/>
                  <a:pt x="34848" y="43845"/>
                  <a:pt x="36088" y="43417"/>
                </a:cubicBezTo>
                <a:cubicBezTo>
                  <a:pt x="41505" y="41548"/>
                  <a:pt x="44149" y="37905"/>
                  <a:pt x="44934" y="33178"/>
                </a:cubicBezTo>
                <a:cubicBezTo>
                  <a:pt x="45720" y="28463"/>
                  <a:pt x="43565" y="24534"/>
                  <a:pt x="42875" y="20796"/>
                </a:cubicBezTo>
                <a:cubicBezTo>
                  <a:pt x="42446" y="18438"/>
                  <a:pt x="42160" y="15819"/>
                  <a:pt x="41422" y="13473"/>
                </a:cubicBezTo>
                <a:cubicBezTo>
                  <a:pt x="41148" y="12580"/>
                  <a:pt x="40779" y="11711"/>
                  <a:pt x="40339" y="10890"/>
                </a:cubicBezTo>
                <a:cubicBezTo>
                  <a:pt x="38076" y="6675"/>
                  <a:pt x="34100" y="3496"/>
                  <a:pt x="29766" y="1615"/>
                </a:cubicBezTo>
                <a:cubicBezTo>
                  <a:pt x="27553" y="661"/>
                  <a:pt x="25002" y="0"/>
                  <a:pt x="22493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5" name="Google Shape;755;p28"/>
          <p:cNvSpPr txBox="1">
            <a:spLocks noGrp="1"/>
          </p:cNvSpPr>
          <p:nvPr>
            <p:ph type="ctrTitle"/>
          </p:nvPr>
        </p:nvSpPr>
        <p:spPr>
          <a:xfrm>
            <a:off x="646244" y="1546465"/>
            <a:ext cx="4112100" cy="207313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" sz="3200">
                <a:latin typeface="Alexandria Black" pitchFamily="2" charset="-78"/>
                <a:cs typeface="Alexandria Black" pitchFamily="2" charset="-78"/>
              </a:rPr>
              <a:t>Chủ đề 6: </a:t>
            </a:r>
            <a:r>
              <a:rPr lang="vi-VN" sz="3200">
                <a:latin typeface="Alexandria Black" pitchFamily="2" charset="-78"/>
                <a:cs typeface="Alexandria Black" pitchFamily="2" charset="-78"/>
              </a:rPr>
              <a:t>Nhận dạng chữ viết và hình dạng đơn giản bằng mạng neural</a:t>
            </a:r>
            <a:endParaRPr sz="3200">
              <a:latin typeface="Alexandria Black" pitchFamily="2" charset="-78"/>
              <a:cs typeface="Alexandria Black" pitchFamily="2" charset="-78"/>
            </a:endParaRPr>
          </a:p>
        </p:txBody>
      </p:sp>
      <p:sp>
        <p:nvSpPr>
          <p:cNvPr id="756" name="Google Shape;756;p28"/>
          <p:cNvSpPr txBox="1">
            <a:spLocks noGrp="1"/>
          </p:cNvSpPr>
          <p:nvPr>
            <p:ph type="subTitle" idx="1"/>
          </p:nvPr>
        </p:nvSpPr>
        <p:spPr>
          <a:xfrm>
            <a:off x="688995" y="3743338"/>
            <a:ext cx="41121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lexandria Light" pitchFamily="2" charset="-78"/>
                <a:cs typeface="Alexandria Light" pitchFamily="2" charset="-78"/>
              </a:rPr>
              <a:t>Thuyết trình - Nhóm 11</a:t>
            </a:r>
            <a:endParaRPr>
              <a:latin typeface="Alexandria Light" pitchFamily="2" charset="-78"/>
              <a:cs typeface="Alexandria Light" pitchFamily="2" charset="-78"/>
            </a:endParaRPr>
          </a:p>
        </p:txBody>
      </p:sp>
      <p:grpSp>
        <p:nvGrpSpPr>
          <p:cNvPr id="757" name="Google Shape;757;p28"/>
          <p:cNvGrpSpPr/>
          <p:nvPr/>
        </p:nvGrpSpPr>
        <p:grpSpPr>
          <a:xfrm>
            <a:off x="5146592" y="656136"/>
            <a:ext cx="3841017" cy="3831227"/>
            <a:chOff x="5165167" y="656304"/>
            <a:chExt cx="3841017" cy="3831227"/>
          </a:xfrm>
        </p:grpSpPr>
        <p:grpSp>
          <p:nvGrpSpPr>
            <p:cNvPr id="758" name="Google Shape;758;p28"/>
            <p:cNvGrpSpPr/>
            <p:nvPr/>
          </p:nvGrpSpPr>
          <p:grpSpPr>
            <a:xfrm>
              <a:off x="5631673" y="1763897"/>
              <a:ext cx="2961645" cy="1992933"/>
              <a:chOff x="5311140" y="3874579"/>
              <a:chExt cx="2693384" cy="1812416"/>
            </a:xfrm>
          </p:grpSpPr>
          <p:grpSp>
            <p:nvGrpSpPr>
              <p:cNvPr id="759" name="Google Shape;759;p28"/>
              <p:cNvGrpSpPr/>
              <p:nvPr/>
            </p:nvGrpSpPr>
            <p:grpSpPr>
              <a:xfrm>
                <a:off x="6183439" y="5359431"/>
                <a:ext cx="948880" cy="327564"/>
                <a:chOff x="6183439" y="5359431"/>
                <a:chExt cx="948880" cy="327564"/>
              </a:xfrm>
            </p:grpSpPr>
            <p:sp>
              <p:nvSpPr>
                <p:cNvPr id="760" name="Google Shape;760;p28"/>
                <p:cNvSpPr/>
                <p:nvPr/>
              </p:nvSpPr>
              <p:spPr>
                <a:xfrm>
                  <a:off x="6459569" y="5359431"/>
                  <a:ext cx="396621" cy="2912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621" h="291274" extrusionOk="0">
                      <a:moveTo>
                        <a:pt x="396621" y="0"/>
                      </a:moveTo>
                      <a:lnTo>
                        <a:pt x="396621" y="291274"/>
                      </a:lnTo>
                      <a:lnTo>
                        <a:pt x="0" y="291274"/>
                      </a:lnTo>
                      <a:lnTo>
                        <a:pt x="0" y="0"/>
                      </a:lnTo>
                      <a:lnTo>
                        <a:pt x="140304" y="0"/>
                      </a:lnTo>
                      <a:lnTo>
                        <a:pt x="140304" y="140017"/>
                      </a:lnTo>
                      <a:cubicBezTo>
                        <a:pt x="140304" y="171926"/>
                        <a:pt x="166402" y="198120"/>
                        <a:pt x="198311" y="198120"/>
                      </a:cubicBezTo>
                      <a:cubicBezTo>
                        <a:pt x="230220" y="198120"/>
                        <a:pt x="256413" y="171926"/>
                        <a:pt x="256413" y="140017"/>
                      </a:cubicBezTo>
                      <a:lnTo>
                        <a:pt x="256413" y="0"/>
                      </a:lnTo>
                      <a:lnTo>
                        <a:pt x="396621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1" name="Google Shape;761;p28"/>
                <p:cNvSpPr/>
                <p:nvPr/>
              </p:nvSpPr>
              <p:spPr>
                <a:xfrm>
                  <a:off x="6459569" y="5359431"/>
                  <a:ext cx="140303" cy="590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303" h="59054" extrusionOk="0">
                      <a:moveTo>
                        <a:pt x="0" y="0"/>
                      </a:moveTo>
                      <a:lnTo>
                        <a:pt x="140304" y="0"/>
                      </a:lnTo>
                      <a:lnTo>
                        <a:pt x="140304" y="59055"/>
                      </a:lnTo>
                      <a:lnTo>
                        <a:pt x="0" y="4286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2" name="Google Shape;762;p28"/>
                <p:cNvSpPr/>
                <p:nvPr/>
              </p:nvSpPr>
              <p:spPr>
                <a:xfrm>
                  <a:off x="6715982" y="5359431"/>
                  <a:ext cx="140207" cy="883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207" h="88391" extrusionOk="0">
                      <a:moveTo>
                        <a:pt x="140208" y="0"/>
                      </a:moveTo>
                      <a:lnTo>
                        <a:pt x="140208" y="88392"/>
                      </a:lnTo>
                      <a:lnTo>
                        <a:pt x="0" y="72295"/>
                      </a:lnTo>
                      <a:lnTo>
                        <a:pt x="0" y="0"/>
                      </a:lnTo>
                      <a:lnTo>
                        <a:pt x="14020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3" name="Google Shape;763;p28"/>
                <p:cNvSpPr/>
                <p:nvPr/>
              </p:nvSpPr>
              <p:spPr>
                <a:xfrm>
                  <a:off x="6183439" y="5647467"/>
                  <a:ext cx="948880" cy="395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8880" h="39528" extrusionOk="0">
                      <a:moveTo>
                        <a:pt x="0" y="0"/>
                      </a:moveTo>
                      <a:lnTo>
                        <a:pt x="948880" y="0"/>
                      </a:lnTo>
                      <a:lnTo>
                        <a:pt x="948880" y="39529"/>
                      </a:lnTo>
                      <a:lnTo>
                        <a:pt x="0" y="39529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764" name="Google Shape;764;p28"/>
              <p:cNvSpPr/>
              <p:nvPr/>
            </p:nvSpPr>
            <p:spPr>
              <a:xfrm>
                <a:off x="5311140" y="3874579"/>
                <a:ext cx="2693384" cy="1517428"/>
              </a:xfrm>
              <a:custGeom>
                <a:avLst/>
                <a:gdLst/>
                <a:ahLst/>
                <a:cxnLst/>
                <a:rect l="l" t="t" r="r" b="b"/>
                <a:pathLst>
                  <a:path w="2693384" h="1517428" extrusionOk="0">
                    <a:moveTo>
                      <a:pt x="2693384" y="107442"/>
                    </a:moveTo>
                    <a:lnTo>
                      <a:pt x="2693384" y="1409890"/>
                    </a:lnTo>
                    <a:cubicBezTo>
                      <a:pt x="2693384" y="1469231"/>
                      <a:pt x="2645283" y="1517428"/>
                      <a:pt x="2585847" y="1517428"/>
                    </a:cubicBezTo>
                    <a:lnTo>
                      <a:pt x="107537" y="1517428"/>
                    </a:lnTo>
                    <a:cubicBezTo>
                      <a:pt x="48101" y="1517428"/>
                      <a:pt x="0" y="1469231"/>
                      <a:pt x="0" y="1409890"/>
                    </a:cubicBezTo>
                    <a:lnTo>
                      <a:pt x="0" y="107442"/>
                    </a:lnTo>
                    <a:cubicBezTo>
                      <a:pt x="0" y="48101"/>
                      <a:pt x="48101" y="0"/>
                      <a:pt x="107537" y="0"/>
                    </a:cubicBezTo>
                    <a:lnTo>
                      <a:pt x="2585847" y="0"/>
                    </a:lnTo>
                    <a:cubicBezTo>
                      <a:pt x="2645283" y="0"/>
                      <a:pt x="2693384" y="48101"/>
                      <a:pt x="2693384" y="10744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5" name="Google Shape;765;p28"/>
              <p:cNvSpPr/>
              <p:nvPr/>
            </p:nvSpPr>
            <p:spPr>
              <a:xfrm>
                <a:off x="5311140" y="4009739"/>
                <a:ext cx="2693384" cy="1223295"/>
              </a:xfrm>
              <a:custGeom>
                <a:avLst/>
                <a:gdLst/>
                <a:ahLst/>
                <a:cxnLst/>
                <a:rect l="l" t="t" r="r" b="b"/>
                <a:pathLst>
                  <a:path w="2693384" h="1223295" extrusionOk="0">
                    <a:moveTo>
                      <a:pt x="0" y="0"/>
                    </a:moveTo>
                    <a:lnTo>
                      <a:pt x="2693384" y="0"/>
                    </a:lnTo>
                    <a:lnTo>
                      <a:pt x="2693384" y="1223296"/>
                    </a:lnTo>
                    <a:lnTo>
                      <a:pt x="0" y="1223296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6" name="Google Shape;766;p28"/>
              <p:cNvSpPr/>
              <p:nvPr/>
            </p:nvSpPr>
            <p:spPr>
              <a:xfrm>
                <a:off x="6619875" y="5273611"/>
                <a:ext cx="76009" cy="76009"/>
              </a:xfrm>
              <a:custGeom>
                <a:avLst/>
                <a:gdLst/>
                <a:ahLst/>
                <a:cxnLst/>
                <a:rect l="l" t="t" r="r" b="b"/>
                <a:pathLst>
                  <a:path w="76009" h="76009" extrusionOk="0">
                    <a:moveTo>
                      <a:pt x="76009" y="38005"/>
                    </a:moveTo>
                    <a:cubicBezTo>
                      <a:pt x="76009" y="58960"/>
                      <a:pt x="59055" y="76010"/>
                      <a:pt x="38005" y="76010"/>
                    </a:cubicBezTo>
                    <a:cubicBezTo>
                      <a:pt x="16955" y="76010"/>
                      <a:pt x="0" y="59055"/>
                      <a:pt x="0" y="38005"/>
                    </a:cubicBezTo>
                    <a:cubicBezTo>
                      <a:pt x="0" y="16954"/>
                      <a:pt x="16955" y="0"/>
                      <a:pt x="38005" y="0"/>
                    </a:cubicBezTo>
                    <a:cubicBezTo>
                      <a:pt x="59055" y="0"/>
                      <a:pt x="76009" y="16954"/>
                      <a:pt x="76009" y="3800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67" name="Google Shape;767;p28"/>
            <p:cNvGrpSpPr/>
            <p:nvPr/>
          </p:nvGrpSpPr>
          <p:grpSpPr>
            <a:xfrm>
              <a:off x="6285440" y="656304"/>
              <a:ext cx="1654423" cy="835905"/>
              <a:chOff x="5905690" y="2867310"/>
              <a:chExt cx="1504568" cy="760190"/>
            </a:xfrm>
          </p:grpSpPr>
          <p:sp>
            <p:nvSpPr>
              <p:cNvPr id="768" name="Google Shape;768;p28"/>
              <p:cNvSpPr/>
              <p:nvPr/>
            </p:nvSpPr>
            <p:spPr>
              <a:xfrm>
                <a:off x="5905690" y="2867310"/>
                <a:ext cx="1504568" cy="760190"/>
              </a:xfrm>
              <a:custGeom>
                <a:avLst/>
                <a:gdLst/>
                <a:ahLst/>
                <a:cxnLst/>
                <a:rect l="l" t="t" r="r" b="b"/>
                <a:pathLst>
                  <a:path w="1504568" h="760190" extrusionOk="0">
                    <a:moveTo>
                      <a:pt x="1504379" y="647414"/>
                    </a:moveTo>
                    <a:cubicBezTo>
                      <a:pt x="1504379" y="709708"/>
                      <a:pt x="1453896" y="760190"/>
                      <a:pt x="1391602" y="760190"/>
                    </a:cubicBezTo>
                    <a:lnTo>
                      <a:pt x="194881" y="760190"/>
                    </a:lnTo>
                    <a:cubicBezTo>
                      <a:pt x="87249" y="760190"/>
                      <a:pt x="0" y="672941"/>
                      <a:pt x="0" y="565309"/>
                    </a:cubicBezTo>
                    <a:cubicBezTo>
                      <a:pt x="0" y="457676"/>
                      <a:pt x="87249" y="370522"/>
                      <a:pt x="194881" y="370522"/>
                    </a:cubicBezTo>
                    <a:cubicBezTo>
                      <a:pt x="220027" y="370522"/>
                      <a:pt x="244126" y="375285"/>
                      <a:pt x="266223" y="383953"/>
                    </a:cubicBezTo>
                    <a:cubicBezTo>
                      <a:pt x="266223" y="382714"/>
                      <a:pt x="266223" y="381381"/>
                      <a:pt x="266223" y="380047"/>
                    </a:cubicBezTo>
                    <a:cubicBezTo>
                      <a:pt x="266223" y="240030"/>
                      <a:pt x="341947" y="117729"/>
                      <a:pt x="454628" y="51816"/>
                    </a:cubicBezTo>
                    <a:cubicBezTo>
                      <a:pt x="510921" y="18859"/>
                      <a:pt x="576453" y="0"/>
                      <a:pt x="646366" y="0"/>
                    </a:cubicBezTo>
                    <a:cubicBezTo>
                      <a:pt x="832009" y="0"/>
                      <a:pt x="986504" y="133064"/>
                      <a:pt x="1019747" y="309086"/>
                    </a:cubicBezTo>
                    <a:cubicBezTo>
                      <a:pt x="1054989" y="288893"/>
                      <a:pt x="1095851" y="277368"/>
                      <a:pt x="1139476" y="277368"/>
                    </a:cubicBezTo>
                    <a:cubicBezTo>
                      <a:pt x="1272731" y="277368"/>
                      <a:pt x="1380839" y="385477"/>
                      <a:pt x="1380839" y="518731"/>
                    </a:cubicBezTo>
                    <a:cubicBezTo>
                      <a:pt x="1380839" y="524256"/>
                      <a:pt x="1380648" y="529685"/>
                      <a:pt x="1380268" y="535114"/>
                    </a:cubicBezTo>
                    <a:cubicBezTo>
                      <a:pt x="1384078" y="534734"/>
                      <a:pt x="1387887" y="534543"/>
                      <a:pt x="1391793" y="534543"/>
                    </a:cubicBezTo>
                    <a:cubicBezTo>
                      <a:pt x="1454086" y="534543"/>
                      <a:pt x="1504569" y="585026"/>
                      <a:pt x="1504569" y="64731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9" name="Google Shape;769;p28"/>
              <p:cNvSpPr/>
              <p:nvPr/>
            </p:nvSpPr>
            <p:spPr>
              <a:xfrm>
                <a:off x="5905690" y="2918364"/>
                <a:ext cx="922591" cy="709136"/>
              </a:xfrm>
              <a:custGeom>
                <a:avLst/>
                <a:gdLst/>
                <a:ahLst/>
                <a:cxnLst/>
                <a:rect l="l" t="t" r="r" b="b"/>
                <a:pathLst>
                  <a:path w="922591" h="709136" extrusionOk="0">
                    <a:moveTo>
                      <a:pt x="922305" y="709136"/>
                    </a:moveTo>
                    <a:lnTo>
                      <a:pt x="194881" y="709136"/>
                    </a:lnTo>
                    <a:cubicBezTo>
                      <a:pt x="87249" y="709136"/>
                      <a:pt x="0" y="621887"/>
                      <a:pt x="0" y="514255"/>
                    </a:cubicBezTo>
                    <a:cubicBezTo>
                      <a:pt x="0" y="406622"/>
                      <a:pt x="87249" y="319468"/>
                      <a:pt x="194881" y="319468"/>
                    </a:cubicBezTo>
                    <a:cubicBezTo>
                      <a:pt x="220027" y="319468"/>
                      <a:pt x="244126" y="324231"/>
                      <a:pt x="266223" y="332899"/>
                    </a:cubicBezTo>
                    <a:cubicBezTo>
                      <a:pt x="266223" y="331660"/>
                      <a:pt x="266223" y="330327"/>
                      <a:pt x="266223" y="328993"/>
                    </a:cubicBezTo>
                    <a:cubicBezTo>
                      <a:pt x="266223" y="188976"/>
                      <a:pt x="341947" y="66675"/>
                      <a:pt x="454628" y="762"/>
                    </a:cubicBezTo>
                    <a:cubicBezTo>
                      <a:pt x="515683" y="-2286"/>
                      <a:pt x="577024" y="3429"/>
                      <a:pt x="633984" y="24860"/>
                    </a:cubicBezTo>
                    <a:cubicBezTo>
                      <a:pt x="707803" y="52768"/>
                      <a:pt x="773239" y="110109"/>
                      <a:pt x="797052" y="185261"/>
                    </a:cubicBezTo>
                    <a:cubicBezTo>
                      <a:pt x="820864" y="260509"/>
                      <a:pt x="795433" y="352425"/>
                      <a:pt x="728472" y="394144"/>
                    </a:cubicBezTo>
                    <a:cubicBezTo>
                      <a:pt x="769334" y="388430"/>
                      <a:pt x="808863" y="395002"/>
                      <a:pt x="844010" y="416433"/>
                    </a:cubicBezTo>
                    <a:cubicBezTo>
                      <a:pt x="879157" y="437864"/>
                      <a:pt x="902970" y="481298"/>
                      <a:pt x="892302" y="521113"/>
                    </a:cubicBezTo>
                    <a:cubicBezTo>
                      <a:pt x="885730" y="545782"/>
                      <a:pt x="867156" y="565975"/>
                      <a:pt x="845629" y="579787"/>
                    </a:cubicBezTo>
                    <a:cubicBezTo>
                      <a:pt x="824769" y="593217"/>
                      <a:pt x="801148" y="601408"/>
                      <a:pt x="777621" y="609314"/>
                    </a:cubicBezTo>
                    <a:cubicBezTo>
                      <a:pt x="788479" y="605790"/>
                      <a:pt x="793623" y="605790"/>
                      <a:pt x="805910" y="605314"/>
                    </a:cubicBezTo>
                    <a:cubicBezTo>
                      <a:pt x="819055" y="604742"/>
                      <a:pt x="832961" y="608457"/>
                      <a:pt x="842010" y="618077"/>
                    </a:cubicBezTo>
                    <a:cubicBezTo>
                      <a:pt x="851059" y="627698"/>
                      <a:pt x="853440" y="643890"/>
                      <a:pt x="845153" y="654082"/>
                    </a:cubicBezTo>
                    <a:cubicBezTo>
                      <a:pt x="859727" y="639699"/>
                      <a:pt x="881919" y="651510"/>
                      <a:pt x="897541" y="664845"/>
                    </a:cubicBezTo>
                    <a:cubicBezTo>
                      <a:pt x="910971" y="676180"/>
                      <a:pt x="919067" y="691991"/>
                      <a:pt x="922591" y="70913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70" name="Google Shape;770;p28"/>
            <p:cNvGrpSpPr/>
            <p:nvPr/>
          </p:nvGrpSpPr>
          <p:grpSpPr>
            <a:xfrm>
              <a:off x="8276803" y="1327941"/>
              <a:ext cx="387944" cy="273258"/>
              <a:chOff x="7716678" y="3270218"/>
              <a:chExt cx="352805" cy="248507"/>
            </a:xfrm>
          </p:grpSpPr>
          <p:sp>
            <p:nvSpPr>
              <p:cNvPr id="771" name="Google Shape;771;p28"/>
              <p:cNvSpPr/>
              <p:nvPr/>
            </p:nvSpPr>
            <p:spPr>
              <a:xfrm>
                <a:off x="7716678" y="3270218"/>
                <a:ext cx="352805" cy="248507"/>
              </a:xfrm>
              <a:custGeom>
                <a:avLst/>
                <a:gdLst/>
                <a:ahLst/>
                <a:cxnLst/>
                <a:rect l="l" t="t" r="r" b="b"/>
                <a:pathLst>
                  <a:path w="352805" h="248507" extrusionOk="0">
                    <a:moveTo>
                      <a:pt x="261938" y="0"/>
                    </a:moveTo>
                    <a:lnTo>
                      <a:pt x="90868" y="0"/>
                    </a:lnTo>
                    <a:cubicBezTo>
                      <a:pt x="40862" y="0"/>
                      <a:pt x="0" y="40862"/>
                      <a:pt x="0" y="90869"/>
                    </a:cubicBezTo>
                    <a:cubicBezTo>
                      <a:pt x="0" y="140875"/>
                      <a:pt x="38100" y="178879"/>
                      <a:pt x="85725" y="181642"/>
                    </a:cubicBezTo>
                    <a:lnTo>
                      <a:pt x="29527" y="248508"/>
                    </a:lnTo>
                    <a:lnTo>
                      <a:pt x="135445" y="181833"/>
                    </a:lnTo>
                    <a:lnTo>
                      <a:pt x="261938" y="181833"/>
                    </a:lnTo>
                    <a:cubicBezTo>
                      <a:pt x="311944" y="181833"/>
                      <a:pt x="352806" y="140970"/>
                      <a:pt x="352806" y="90964"/>
                    </a:cubicBezTo>
                    <a:cubicBezTo>
                      <a:pt x="352806" y="40958"/>
                      <a:pt x="311944" y="95"/>
                      <a:pt x="261938" y="9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2" name="Google Shape;772;p28"/>
              <p:cNvSpPr/>
              <p:nvPr/>
            </p:nvSpPr>
            <p:spPr>
              <a:xfrm>
                <a:off x="7783353" y="3331749"/>
                <a:ext cx="219455" cy="59054"/>
              </a:xfrm>
              <a:custGeom>
                <a:avLst/>
                <a:gdLst/>
                <a:ahLst/>
                <a:cxnLst/>
                <a:rect l="l" t="t" r="r" b="b"/>
                <a:pathLst>
                  <a:path w="219455" h="59054" extrusionOk="0">
                    <a:moveTo>
                      <a:pt x="29527" y="0"/>
                    </a:moveTo>
                    <a:cubicBezTo>
                      <a:pt x="13239" y="0"/>
                      <a:pt x="0" y="13240"/>
                      <a:pt x="0" y="29528"/>
                    </a:cubicBezTo>
                    <a:cubicBezTo>
                      <a:pt x="0" y="45815"/>
                      <a:pt x="13239" y="59055"/>
                      <a:pt x="29527" y="59055"/>
                    </a:cubicBezTo>
                    <a:cubicBezTo>
                      <a:pt x="45815" y="59055"/>
                      <a:pt x="59055" y="45815"/>
                      <a:pt x="59055" y="29528"/>
                    </a:cubicBezTo>
                    <a:cubicBezTo>
                      <a:pt x="59055" y="13240"/>
                      <a:pt x="45815" y="0"/>
                      <a:pt x="29527" y="0"/>
                    </a:cubicBezTo>
                    <a:close/>
                    <a:moveTo>
                      <a:pt x="109728" y="0"/>
                    </a:moveTo>
                    <a:cubicBezTo>
                      <a:pt x="93440" y="0"/>
                      <a:pt x="80200" y="13240"/>
                      <a:pt x="80200" y="29528"/>
                    </a:cubicBezTo>
                    <a:cubicBezTo>
                      <a:pt x="80200" y="45815"/>
                      <a:pt x="93440" y="59055"/>
                      <a:pt x="109728" y="59055"/>
                    </a:cubicBezTo>
                    <a:cubicBezTo>
                      <a:pt x="126016" y="59055"/>
                      <a:pt x="139255" y="45815"/>
                      <a:pt x="139255" y="29528"/>
                    </a:cubicBezTo>
                    <a:cubicBezTo>
                      <a:pt x="139255" y="13240"/>
                      <a:pt x="126016" y="0"/>
                      <a:pt x="109728" y="0"/>
                    </a:cubicBezTo>
                    <a:close/>
                    <a:moveTo>
                      <a:pt x="189929" y="0"/>
                    </a:moveTo>
                    <a:cubicBezTo>
                      <a:pt x="173641" y="0"/>
                      <a:pt x="160401" y="13240"/>
                      <a:pt x="160401" y="29528"/>
                    </a:cubicBezTo>
                    <a:cubicBezTo>
                      <a:pt x="160401" y="45815"/>
                      <a:pt x="173641" y="59055"/>
                      <a:pt x="189929" y="59055"/>
                    </a:cubicBezTo>
                    <a:cubicBezTo>
                      <a:pt x="206216" y="59055"/>
                      <a:pt x="219456" y="45815"/>
                      <a:pt x="219456" y="29528"/>
                    </a:cubicBezTo>
                    <a:cubicBezTo>
                      <a:pt x="219456" y="13240"/>
                      <a:pt x="206216" y="0"/>
                      <a:pt x="1899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73" name="Google Shape;773;p28"/>
            <p:cNvSpPr/>
            <p:nvPr/>
          </p:nvSpPr>
          <p:spPr>
            <a:xfrm>
              <a:off x="7148815" y="1542896"/>
              <a:ext cx="10501" cy="432759"/>
            </a:xfrm>
            <a:custGeom>
              <a:avLst/>
              <a:gdLst/>
              <a:ahLst/>
              <a:cxnLst/>
              <a:rect l="l" t="t" r="r" b="b"/>
              <a:pathLst>
                <a:path w="9525" h="392525" extrusionOk="0">
                  <a:moveTo>
                    <a:pt x="0" y="0"/>
                  </a:moveTo>
                  <a:lnTo>
                    <a:pt x="0" y="392525"/>
                  </a:lnTo>
                </a:path>
              </a:pathLst>
            </a:custGeom>
            <a:noFill/>
            <a:ln w="29900" cap="rnd" cmpd="sng">
              <a:solidFill>
                <a:schemeClr val="accent4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74" name="Google Shape;774;p28"/>
            <p:cNvGrpSpPr/>
            <p:nvPr/>
          </p:nvGrpSpPr>
          <p:grpSpPr>
            <a:xfrm>
              <a:off x="5483130" y="2415465"/>
              <a:ext cx="27232" cy="532378"/>
              <a:chOff x="3534917" y="4467129"/>
              <a:chExt cx="24765" cy="484156"/>
            </a:xfrm>
          </p:grpSpPr>
          <p:sp>
            <p:nvSpPr>
              <p:cNvPr id="775" name="Google Shape;775;p28"/>
              <p:cNvSpPr/>
              <p:nvPr/>
            </p:nvSpPr>
            <p:spPr>
              <a:xfrm>
                <a:off x="3547300" y="4478845"/>
                <a:ext cx="9525" cy="46072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60724" extrusionOk="0">
                    <a:moveTo>
                      <a:pt x="0" y="460724"/>
                    </a:moveTo>
                    <a:lnTo>
                      <a:pt x="0" y="0"/>
                    </a:lnTo>
                  </a:path>
                </a:pathLst>
              </a:custGeom>
              <a:noFill/>
              <a:ln w="10950" cap="flat" cmpd="sng">
                <a:solidFill>
                  <a:schemeClr val="accent4"/>
                </a:solidFill>
                <a:prstDash val="dashDot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6" name="Google Shape;776;p28"/>
              <p:cNvSpPr/>
              <p:nvPr/>
            </p:nvSpPr>
            <p:spPr>
              <a:xfrm>
                <a:off x="3534917" y="4926520"/>
                <a:ext cx="24765" cy="24765"/>
              </a:xfrm>
              <a:custGeom>
                <a:avLst/>
                <a:gdLst/>
                <a:ahLst/>
                <a:cxnLst/>
                <a:rect l="l" t="t" r="r" b="b"/>
                <a:pathLst>
                  <a:path w="24765" h="24765" extrusionOk="0">
                    <a:moveTo>
                      <a:pt x="24765" y="12382"/>
                    </a:moveTo>
                    <a:cubicBezTo>
                      <a:pt x="24765" y="19240"/>
                      <a:pt x="19241" y="24765"/>
                      <a:pt x="12383" y="24765"/>
                    </a:cubicBezTo>
                    <a:cubicBezTo>
                      <a:pt x="5525" y="24765"/>
                      <a:pt x="0" y="19240"/>
                      <a:pt x="0" y="12382"/>
                    </a:cubicBezTo>
                    <a:cubicBezTo>
                      <a:pt x="0" y="5524"/>
                      <a:pt x="5525" y="0"/>
                      <a:pt x="12383" y="0"/>
                    </a:cubicBezTo>
                    <a:cubicBezTo>
                      <a:pt x="19241" y="0"/>
                      <a:pt x="24765" y="5524"/>
                      <a:pt x="24765" y="12382"/>
                    </a:cubicBezTo>
                    <a:close/>
                  </a:path>
                </a:pathLst>
              </a:custGeom>
              <a:solidFill>
                <a:srgbClr val="6F7082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7" name="Google Shape;777;p28"/>
              <p:cNvSpPr/>
              <p:nvPr/>
            </p:nvSpPr>
            <p:spPr>
              <a:xfrm>
                <a:off x="3534917" y="4467129"/>
                <a:ext cx="24765" cy="24765"/>
              </a:xfrm>
              <a:custGeom>
                <a:avLst/>
                <a:gdLst/>
                <a:ahLst/>
                <a:cxnLst/>
                <a:rect l="l" t="t" r="r" b="b"/>
                <a:pathLst>
                  <a:path w="24765" h="24765" extrusionOk="0">
                    <a:moveTo>
                      <a:pt x="24765" y="12383"/>
                    </a:moveTo>
                    <a:cubicBezTo>
                      <a:pt x="24765" y="5525"/>
                      <a:pt x="19241" y="0"/>
                      <a:pt x="12383" y="0"/>
                    </a:cubicBezTo>
                    <a:cubicBezTo>
                      <a:pt x="5525" y="0"/>
                      <a:pt x="0" y="5525"/>
                      <a:pt x="0" y="12383"/>
                    </a:cubicBezTo>
                    <a:cubicBezTo>
                      <a:pt x="0" y="19241"/>
                      <a:pt x="5525" y="24765"/>
                      <a:pt x="12383" y="24765"/>
                    </a:cubicBezTo>
                    <a:cubicBezTo>
                      <a:pt x="19241" y="24765"/>
                      <a:pt x="24765" y="19241"/>
                      <a:pt x="24765" y="12383"/>
                    </a:cubicBezTo>
                    <a:close/>
                  </a:path>
                </a:pathLst>
              </a:custGeom>
              <a:solidFill>
                <a:srgbClr val="6F7082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78" name="Google Shape;778;p28"/>
            <p:cNvGrpSpPr/>
            <p:nvPr/>
          </p:nvGrpSpPr>
          <p:grpSpPr>
            <a:xfrm>
              <a:off x="5643247" y="2277185"/>
              <a:ext cx="749418" cy="303868"/>
              <a:chOff x="3680531" y="4341375"/>
              <a:chExt cx="681537" cy="276344"/>
            </a:xfrm>
          </p:grpSpPr>
          <p:sp>
            <p:nvSpPr>
              <p:cNvPr id="779" name="Google Shape;779;p28"/>
              <p:cNvSpPr/>
              <p:nvPr/>
            </p:nvSpPr>
            <p:spPr>
              <a:xfrm>
                <a:off x="3692461" y="4353401"/>
                <a:ext cx="657796" cy="251936"/>
              </a:xfrm>
              <a:custGeom>
                <a:avLst/>
                <a:gdLst/>
                <a:ahLst/>
                <a:cxnLst/>
                <a:rect l="l" t="t" r="r" b="b"/>
                <a:pathLst>
                  <a:path w="657796" h="251936" extrusionOk="0">
                    <a:moveTo>
                      <a:pt x="0" y="0"/>
                    </a:moveTo>
                    <a:lnTo>
                      <a:pt x="217075" y="217075"/>
                    </a:lnTo>
                    <a:cubicBezTo>
                      <a:pt x="239363" y="239363"/>
                      <a:pt x="269653" y="251936"/>
                      <a:pt x="301180" y="251936"/>
                    </a:cubicBezTo>
                    <a:lnTo>
                      <a:pt x="657797" y="251936"/>
                    </a:lnTo>
                  </a:path>
                </a:pathLst>
              </a:custGeom>
              <a:noFill/>
              <a:ln w="10950" cap="flat" cmpd="sng">
                <a:solidFill>
                  <a:schemeClr val="accent4"/>
                </a:solidFill>
                <a:prstDash val="dashDot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0" name="Google Shape;780;p28"/>
              <p:cNvSpPr/>
              <p:nvPr/>
            </p:nvSpPr>
            <p:spPr>
              <a:xfrm>
                <a:off x="3680531" y="4341375"/>
                <a:ext cx="24812" cy="24812"/>
              </a:xfrm>
              <a:custGeom>
                <a:avLst/>
                <a:gdLst/>
                <a:ahLst/>
                <a:cxnLst/>
                <a:rect l="l" t="t" r="r" b="b"/>
                <a:pathLst>
                  <a:path w="24812" h="24812" extrusionOk="0">
                    <a:moveTo>
                      <a:pt x="3643" y="21169"/>
                    </a:moveTo>
                    <a:cubicBezTo>
                      <a:pt x="-1214" y="16312"/>
                      <a:pt x="-1214" y="8501"/>
                      <a:pt x="3643" y="3643"/>
                    </a:cubicBezTo>
                    <a:cubicBezTo>
                      <a:pt x="8501" y="-1214"/>
                      <a:pt x="16312" y="-1214"/>
                      <a:pt x="21169" y="3643"/>
                    </a:cubicBezTo>
                    <a:cubicBezTo>
                      <a:pt x="26027" y="8501"/>
                      <a:pt x="26027" y="16312"/>
                      <a:pt x="21169" y="21169"/>
                    </a:cubicBezTo>
                    <a:cubicBezTo>
                      <a:pt x="16312" y="26027"/>
                      <a:pt x="8501" y="26027"/>
                      <a:pt x="3643" y="21169"/>
                    </a:cubicBezTo>
                    <a:close/>
                  </a:path>
                </a:pathLst>
              </a:custGeom>
              <a:solidFill>
                <a:srgbClr val="6F7082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1" name="Google Shape;781;p28"/>
              <p:cNvSpPr/>
              <p:nvPr/>
            </p:nvSpPr>
            <p:spPr>
              <a:xfrm>
                <a:off x="4337303" y="4592955"/>
                <a:ext cx="24765" cy="24764"/>
              </a:xfrm>
              <a:custGeom>
                <a:avLst/>
                <a:gdLst/>
                <a:ahLst/>
                <a:cxnLst/>
                <a:rect l="l" t="t" r="r" b="b"/>
                <a:pathLst>
                  <a:path w="24765" h="24764" extrusionOk="0">
                    <a:moveTo>
                      <a:pt x="12383" y="24765"/>
                    </a:moveTo>
                    <a:cubicBezTo>
                      <a:pt x="19241" y="24765"/>
                      <a:pt x="24765" y="19240"/>
                      <a:pt x="24765" y="12382"/>
                    </a:cubicBezTo>
                    <a:cubicBezTo>
                      <a:pt x="24765" y="5524"/>
                      <a:pt x="19241" y="0"/>
                      <a:pt x="12383" y="0"/>
                    </a:cubicBezTo>
                    <a:cubicBezTo>
                      <a:pt x="5525" y="0"/>
                      <a:pt x="0" y="5524"/>
                      <a:pt x="0" y="12382"/>
                    </a:cubicBezTo>
                    <a:cubicBezTo>
                      <a:pt x="0" y="19240"/>
                      <a:pt x="5525" y="24765"/>
                      <a:pt x="12383" y="24765"/>
                    </a:cubicBezTo>
                    <a:close/>
                  </a:path>
                </a:pathLst>
              </a:custGeom>
              <a:solidFill>
                <a:srgbClr val="6F7082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2" name="Google Shape;782;p28"/>
            <p:cNvGrpSpPr/>
            <p:nvPr/>
          </p:nvGrpSpPr>
          <p:grpSpPr>
            <a:xfrm>
              <a:off x="8163164" y="4027994"/>
              <a:ext cx="202142" cy="355685"/>
              <a:chOff x="7613332" y="5933598"/>
              <a:chExt cx="183832" cy="323468"/>
            </a:xfrm>
          </p:grpSpPr>
          <p:sp>
            <p:nvSpPr>
              <p:cNvPr id="783" name="Google Shape;783;p28"/>
              <p:cNvSpPr/>
              <p:nvPr/>
            </p:nvSpPr>
            <p:spPr>
              <a:xfrm>
                <a:off x="7613332" y="5933598"/>
                <a:ext cx="183832" cy="323468"/>
              </a:xfrm>
              <a:custGeom>
                <a:avLst/>
                <a:gdLst/>
                <a:ahLst/>
                <a:cxnLst/>
                <a:rect l="l" t="t" r="r" b="b"/>
                <a:pathLst>
                  <a:path w="183832" h="323468" extrusionOk="0">
                    <a:moveTo>
                      <a:pt x="91916" y="323469"/>
                    </a:moveTo>
                    <a:lnTo>
                      <a:pt x="91916" y="323469"/>
                    </a:lnTo>
                    <a:cubicBezTo>
                      <a:pt x="41339" y="323469"/>
                      <a:pt x="0" y="282130"/>
                      <a:pt x="0" y="231553"/>
                    </a:cubicBezTo>
                    <a:lnTo>
                      <a:pt x="0" y="91916"/>
                    </a:lnTo>
                    <a:cubicBezTo>
                      <a:pt x="0" y="41338"/>
                      <a:pt x="41339" y="0"/>
                      <a:pt x="91916" y="0"/>
                    </a:cubicBezTo>
                    <a:lnTo>
                      <a:pt x="91916" y="0"/>
                    </a:lnTo>
                    <a:cubicBezTo>
                      <a:pt x="142494" y="0"/>
                      <a:pt x="183832" y="41338"/>
                      <a:pt x="183832" y="91916"/>
                    </a:cubicBezTo>
                    <a:lnTo>
                      <a:pt x="183832" y="231553"/>
                    </a:lnTo>
                    <a:cubicBezTo>
                      <a:pt x="183832" y="282130"/>
                      <a:pt x="142494" y="323469"/>
                      <a:pt x="91916" y="32346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4" name="Google Shape;784;p28"/>
              <p:cNvSpPr/>
              <p:nvPr/>
            </p:nvSpPr>
            <p:spPr>
              <a:xfrm>
                <a:off x="7699533" y="5961602"/>
                <a:ext cx="11430" cy="54101"/>
              </a:xfrm>
              <a:custGeom>
                <a:avLst/>
                <a:gdLst/>
                <a:ahLst/>
                <a:cxnLst/>
                <a:rect l="l" t="t" r="r" b="b"/>
                <a:pathLst>
                  <a:path w="11430" h="54101" extrusionOk="0">
                    <a:moveTo>
                      <a:pt x="5715" y="54102"/>
                    </a:moveTo>
                    <a:lnTo>
                      <a:pt x="5715" y="54102"/>
                    </a:lnTo>
                    <a:cubicBezTo>
                      <a:pt x="2572" y="54102"/>
                      <a:pt x="0" y="51530"/>
                      <a:pt x="0" y="48387"/>
                    </a:cubicBezTo>
                    <a:lnTo>
                      <a:pt x="0" y="5715"/>
                    </a:lnTo>
                    <a:cubicBezTo>
                      <a:pt x="0" y="2571"/>
                      <a:pt x="2572" y="0"/>
                      <a:pt x="5715" y="0"/>
                    </a:cubicBezTo>
                    <a:lnTo>
                      <a:pt x="5715" y="0"/>
                    </a:lnTo>
                    <a:cubicBezTo>
                      <a:pt x="8859" y="0"/>
                      <a:pt x="11430" y="2571"/>
                      <a:pt x="11430" y="5715"/>
                    </a:cubicBezTo>
                    <a:lnTo>
                      <a:pt x="11430" y="48387"/>
                    </a:lnTo>
                    <a:cubicBezTo>
                      <a:pt x="11430" y="51530"/>
                      <a:pt x="8859" y="54102"/>
                      <a:pt x="5715" y="54102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5" name="Google Shape;785;p28"/>
            <p:cNvGrpSpPr/>
            <p:nvPr/>
          </p:nvGrpSpPr>
          <p:grpSpPr>
            <a:xfrm>
              <a:off x="6427831" y="3923439"/>
              <a:ext cx="1533857" cy="564092"/>
              <a:chOff x="6546554" y="3679108"/>
              <a:chExt cx="1256642" cy="462143"/>
            </a:xfrm>
          </p:grpSpPr>
          <p:sp>
            <p:nvSpPr>
              <p:cNvPr id="786" name="Google Shape;786;p28"/>
              <p:cNvSpPr/>
              <p:nvPr/>
            </p:nvSpPr>
            <p:spPr>
              <a:xfrm>
                <a:off x="6546554" y="3679108"/>
                <a:ext cx="1256642" cy="462143"/>
              </a:xfrm>
              <a:custGeom>
                <a:avLst/>
                <a:gdLst/>
                <a:ahLst/>
                <a:cxnLst/>
                <a:rect l="l" t="t" r="r" b="b"/>
                <a:pathLst>
                  <a:path w="1396269" h="513492" extrusionOk="0">
                    <a:moveTo>
                      <a:pt x="1334738" y="0"/>
                    </a:moveTo>
                    <a:cubicBezTo>
                      <a:pt x="1368721" y="0"/>
                      <a:pt x="1396270" y="27548"/>
                      <a:pt x="1396270" y="61531"/>
                    </a:cubicBezTo>
                    <a:lnTo>
                      <a:pt x="1396270" y="451961"/>
                    </a:lnTo>
                    <a:cubicBezTo>
                      <a:pt x="1396270" y="485944"/>
                      <a:pt x="1368722" y="513493"/>
                      <a:pt x="1334738" y="513493"/>
                    </a:cubicBezTo>
                    <a:lnTo>
                      <a:pt x="61532" y="513493"/>
                    </a:lnTo>
                    <a:cubicBezTo>
                      <a:pt x="27549" y="513493"/>
                      <a:pt x="0" y="485944"/>
                      <a:pt x="0" y="451961"/>
                    </a:cubicBezTo>
                    <a:lnTo>
                      <a:pt x="0" y="61531"/>
                    </a:lnTo>
                    <a:cubicBezTo>
                      <a:pt x="0" y="27549"/>
                      <a:pt x="27548" y="0"/>
                      <a:pt x="615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7" name="Google Shape;787;p28"/>
              <p:cNvSpPr/>
              <p:nvPr/>
            </p:nvSpPr>
            <p:spPr>
              <a:xfrm>
                <a:off x="6661108" y="3712144"/>
                <a:ext cx="69522" cy="69522"/>
              </a:xfrm>
              <a:custGeom>
                <a:avLst/>
                <a:gdLst/>
                <a:ahLst/>
                <a:cxnLst/>
                <a:rect l="l" t="t" r="r" b="b"/>
                <a:pathLst>
                  <a:path w="77247" h="77247" extrusionOk="0">
                    <a:moveTo>
                      <a:pt x="0" y="0"/>
                    </a:moveTo>
                    <a:lnTo>
                      <a:pt x="77248" y="0"/>
                    </a:lnTo>
                    <a:lnTo>
                      <a:pt x="77248" y="77248"/>
                    </a:lnTo>
                    <a:lnTo>
                      <a:pt x="0" y="7724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88" name="Google Shape;788;p28"/>
              <p:cNvGrpSpPr/>
              <p:nvPr/>
            </p:nvGrpSpPr>
            <p:grpSpPr>
              <a:xfrm>
                <a:off x="6805960" y="3712311"/>
                <a:ext cx="391811" cy="69592"/>
                <a:chOff x="6322885" y="5875210"/>
                <a:chExt cx="434911" cy="77247"/>
              </a:xfrm>
            </p:grpSpPr>
            <p:sp>
              <p:nvSpPr>
                <p:cNvPr id="789" name="Google Shape;789;p28"/>
                <p:cNvSpPr/>
                <p:nvPr/>
              </p:nvSpPr>
              <p:spPr>
                <a:xfrm>
                  <a:off x="6322885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8" y="0"/>
                      </a:lnTo>
                      <a:lnTo>
                        <a:pt x="77248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0" name="Google Shape;790;p28"/>
                <p:cNvSpPr/>
                <p:nvPr/>
              </p:nvSpPr>
              <p:spPr>
                <a:xfrm>
                  <a:off x="6412325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8" y="0"/>
                      </a:lnTo>
                      <a:lnTo>
                        <a:pt x="77248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1" name="Google Shape;791;p28"/>
                <p:cNvSpPr/>
                <p:nvPr/>
              </p:nvSpPr>
              <p:spPr>
                <a:xfrm>
                  <a:off x="6501765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7" y="0"/>
                      </a:lnTo>
                      <a:lnTo>
                        <a:pt x="77247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2" name="Google Shape;792;p28"/>
                <p:cNvSpPr/>
                <p:nvPr/>
              </p:nvSpPr>
              <p:spPr>
                <a:xfrm>
                  <a:off x="6591109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7" y="0"/>
                      </a:lnTo>
                      <a:lnTo>
                        <a:pt x="77247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3" name="Google Shape;793;p28"/>
                <p:cNvSpPr/>
                <p:nvPr/>
              </p:nvSpPr>
              <p:spPr>
                <a:xfrm>
                  <a:off x="6680549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8" y="0"/>
                      </a:lnTo>
                      <a:lnTo>
                        <a:pt x="77248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794" name="Google Shape;794;p28"/>
              <p:cNvGrpSpPr/>
              <p:nvPr/>
            </p:nvGrpSpPr>
            <p:grpSpPr>
              <a:xfrm>
                <a:off x="7285642" y="3712311"/>
                <a:ext cx="391897" cy="69592"/>
                <a:chOff x="6855333" y="5875210"/>
                <a:chExt cx="435006" cy="77247"/>
              </a:xfrm>
            </p:grpSpPr>
            <p:sp>
              <p:nvSpPr>
                <p:cNvPr id="795" name="Google Shape;795;p28"/>
                <p:cNvSpPr/>
                <p:nvPr/>
              </p:nvSpPr>
              <p:spPr>
                <a:xfrm>
                  <a:off x="6855333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7" y="0"/>
                      </a:lnTo>
                      <a:lnTo>
                        <a:pt x="77247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6" name="Google Shape;796;p28"/>
                <p:cNvSpPr/>
                <p:nvPr/>
              </p:nvSpPr>
              <p:spPr>
                <a:xfrm>
                  <a:off x="6944772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7" y="0"/>
                      </a:lnTo>
                      <a:lnTo>
                        <a:pt x="77247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7" name="Google Shape;797;p28"/>
                <p:cNvSpPr/>
                <p:nvPr/>
              </p:nvSpPr>
              <p:spPr>
                <a:xfrm>
                  <a:off x="7034212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8" y="0"/>
                      </a:lnTo>
                      <a:lnTo>
                        <a:pt x="77248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8" name="Google Shape;798;p28"/>
                <p:cNvSpPr/>
                <p:nvPr/>
              </p:nvSpPr>
              <p:spPr>
                <a:xfrm>
                  <a:off x="7123652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8" y="0"/>
                      </a:lnTo>
                      <a:lnTo>
                        <a:pt x="77248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9" name="Google Shape;799;p28"/>
                <p:cNvSpPr/>
                <p:nvPr/>
              </p:nvSpPr>
              <p:spPr>
                <a:xfrm>
                  <a:off x="7213092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8" y="0"/>
                      </a:lnTo>
                      <a:lnTo>
                        <a:pt x="77248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00" name="Google Shape;800;p28"/>
              <p:cNvGrpSpPr/>
              <p:nvPr/>
            </p:nvGrpSpPr>
            <p:grpSpPr>
              <a:xfrm>
                <a:off x="6577103" y="3819746"/>
                <a:ext cx="1198690" cy="70794"/>
                <a:chOff x="6068853" y="5994463"/>
                <a:chExt cx="1330547" cy="78581"/>
              </a:xfrm>
            </p:grpSpPr>
            <p:sp>
              <p:nvSpPr>
                <p:cNvPr id="801" name="Google Shape;801;p28"/>
                <p:cNvSpPr/>
                <p:nvPr/>
              </p:nvSpPr>
              <p:spPr>
                <a:xfrm>
                  <a:off x="6068853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2" name="Google Shape;802;p28"/>
                <p:cNvSpPr/>
                <p:nvPr/>
              </p:nvSpPr>
              <p:spPr>
                <a:xfrm>
                  <a:off x="6173152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3" name="Google Shape;803;p28"/>
                <p:cNvSpPr/>
                <p:nvPr/>
              </p:nvSpPr>
              <p:spPr>
                <a:xfrm>
                  <a:off x="6277451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4" name="Google Shape;804;p28"/>
                <p:cNvSpPr/>
                <p:nvPr/>
              </p:nvSpPr>
              <p:spPr>
                <a:xfrm>
                  <a:off x="6381845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5" name="Google Shape;805;p28"/>
                <p:cNvSpPr/>
                <p:nvPr/>
              </p:nvSpPr>
              <p:spPr>
                <a:xfrm>
                  <a:off x="6486144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6" name="Google Shape;806;p28"/>
                <p:cNvSpPr/>
                <p:nvPr/>
              </p:nvSpPr>
              <p:spPr>
                <a:xfrm>
                  <a:off x="6590442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7" name="Google Shape;807;p28"/>
                <p:cNvSpPr/>
                <p:nvPr/>
              </p:nvSpPr>
              <p:spPr>
                <a:xfrm>
                  <a:off x="6694836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8" name="Google Shape;808;p28"/>
                <p:cNvSpPr/>
                <p:nvPr/>
              </p:nvSpPr>
              <p:spPr>
                <a:xfrm>
                  <a:off x="6799135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9" name="Google Shape;809;p28"/>
                <p:cNvSpPr/>
                <p:nvPr/>
              </p:nvSpPr>
              <p:spPr>
                <a:xfrm>
                  <a:off x="6903434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0" name="Google Shape;810;p28"/>
                <p:cNvSpPr/>
                <p:nvPr/>
              </p:nvSpPr>
              <p:spPr>
                <a:xfrm>
                  <a:off x="7007828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1" name="Google Shape;811;p28"/>
                <p:cNvSpPr/>
                <p:nvPr/>
              </p:nvSpPr>
              <p:spPr>
                <a:xfrm>
                  <a:off x="7112126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2" name="Google Shape;812;p28"/>
                <p:cNvSpPr/>
                <p:nvPr/>
              </p:nvSpPr>
              <p:spPr>
                <a:xfrm>
                  <a:off x="7216425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3" name="Google Shape;813;p28"/>
                <p:cNvSpPr/>
                <p:nvPr/>
              </p:nvSpPr>
              <p:spPr>
                <a:xfrm>
                  <a:off x="7320819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2" y="0"/>
                      </a:lnTo>
                      <a:lnTo>
                        <a:pt x="78582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14" name="Google Shape;814;p28"/>
              <p:cNvGrpSpPr/>
              <p:nvPr/>
            </p:nvGrpSpPr>
            <p:grpSpPr>
              <a:xfrm>
                <a:off x="6577103" y="3995572"/>
                <a:ext cx="1198690" cy="70794"/>
                <a:chOff x="6068853" y="6189630"/>
                <a:chExt cx="1330547" cy="78581"/>
              </a:xfrm>
            </p:grpSpPr>
            <p:sp>
              <p:nvSpPr>
                <p:cNvPr id="815" name="Google Shape;815;p28"/>
                <p:cNvSpPr/>
                <p:nvPr/>
              </p:nvSpPr>
              <p:spPr>
                <a:xfrm>
                  <a:off x="6068853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6" name="Google Shape;816;p28"/>
                <p:cNvSpPr/>
                <p:nvPr/>
              </p:nvSpPr>
              <p:spPr>
                <a:xfrm>
                  <a:off x="6173152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7" name="Google Shape;817;p28"/>
                <p:cNvSpPr/>
                <p:nvPr/>
              </p:nvSpPr>
              <p:spPr>
                <a:xfrm>
                  <a:off x="6277451" y="6189630"/>
                  <a:ext cx="497300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7300" h="78581" extrusionOk="0">
                      <a:moveTo>
                        <a:pt x="0" y="0"/>
                      </a:moveTo>
                      <a:lnTo>
                        <a:pt x="497300" y="0"/>
                      </a:lnTo>
                      <a:lnTo>
                        <a:pt x="497300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8" name="Google Shape;818;p28"/>
                <p:cNvSpPr/>
                <p:nvPr/>
              </p:nvSpPr>
              <p:spPr>
                <a:xfrm>
                  <a:off x="6799135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9" name="Google Shape;819;p28"/>
                <p:cNvSpPr/>
                <p:nvPr/>
              </p:nvSpPr>
              <p:spPr>
                <a:xfrm>
                  <a:off x="6903434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0" name="Google Shape;820;p28"/>
                <p:cNvSpPr/>
                <p:nvPr/>
              </p:nvSpPr>
              <p:spPr>
                <a:xfrm>
                  <a:off x="7007828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1" name="Google Shape;821;p28"/>
                <p:cNvSpPr/>
                <p:nvPr/>
              </p:nvSpPr>
              <p:spPr>
                <a:xfrm>
                  <a:off x="7112126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2" name="Google Shape;822;p28"/>
                <p:cNvSpPr/>
                <p:nvPr/>
              </p:nvSpPr>
              <p:spPr>
                <a:xfrm>
                  <a:off x="7216425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3" name="Google Shape;823;p28"/>
                <p:cNvSpPr/>
                <p:nvPr/>
              </p:nvSpPr>
              <p:spPr>
                <a:xfrm>
                  <a:off x="7320819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2" y="0"/>
                      </a:lnTo>
                      <a:lnTo>
                        <a:pt x="78582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24" name="Google Shape;824;p28"/>
              <p:cNvGrpSpPr/>
              <p:nvPr/>
            </p:nvGrpSpPr>
            <p:grpSpPr>
              <a:xfrm>
                <a:off x="6622239" y="3908904"/>
                <a:ext cx="1104727" cy="70794"/>
                <a:chOff x="6118955" y="6093428"/>
                <a:chExt cx="1226248" cy="78581"/>
              </a:xfrm>
            </p:grpSpPr>
            <p:sp>
              <p:nvSpPr>
                <p:cNvPr id="825" name="Google Shape;825;p28"/>
                <p:cNvSpPr/>
                <p:nvPr/>
              </p:nvSpPr>
              <p:spPr>
                <a:xfrm>
                  <a:off x="6118955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6" name="Google Shape;826;p28"/>
                <p:cNvSpPr/>
                <p:nvPr/>
              </p:nvSpPr>
              <p:spPr>
                <a:xfrm>
                  <a:off x="6223254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7" name="Google Shape;827;p28"/>
                <p:cNvSpPr/>
                <p:nvPr/>
              </p:nvSpPr>
              <p:spPr>
                <a:xfrm>
                  <a:off x="6327648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8" name="Google Shape;828;p28"/>
                <p:cNvSpPr/>
                <p:nvPr/>
              </p:nvSpPr>
              <p:spPr>
                <a:xfrm>
                  <a:off x="6431946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9" name="Google Shape;829;p28"/>
                <p:cNvSpPr/>
                <p:nvPr/>
              </p:nvSpPr>
              <p:spPr>
                <a:xfrm>
                  <a:off x="6536245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0" name="Google Shape;830;p28"/>
                <p:cNvSpPr/>
                <p:nvPr/>
              </p:nvSpPr>
              <p:spPr>
                <a:xfrm>
                  <a:off x="6640639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1" name="Google Shape;831;p28"/>
                <p:cNvSpPr/>
                <p:nvPr/>
              </p:nvSpPr>
              <p:spPr>
                <a:xfrm>
                  <a:off x="6744938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2" name="Google Shape;832;p28"/>
                <p:cNvSpPr/>
                <p:nvPr/>
              </p:nvSpPr>
              <p:spPr>
                <a:xfrm>
                  <a:off x="6849237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3" name="Google Shape;833;p28"/>
                <p:cNvSpPr/>
                <p:nvPr/>
              </p:nvSpPr>
              <p:spPr>
                <a:xfrm>
                  <a:off x="6953631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4" name="Google Shape;834;p28"/>
                <p:cNvSpPr/>
                <p:nvPr/>
              </p:nvSpPr>
              <p:spPr>
                <a:xfrm>
                  <a:off x="7057929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5" name="Google Shape;835;p28"/>
                <p:cNvSpPr/>
                <p:nvPr/>
              </p:nvSpPr>
              <p:spPr>
                <a:xfrm>
                  <a:off x="7162228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6" name="Google Shape;836;p28"/>
                <p:cNvSpPr/>
                <p:nvPr/>
              </p:nvSpPr>
              <p:spPr>
                <a:xfrm>
                  <a:off x="7266622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37" name="Google Shape;837;p28"/>
              <p:cNvSpPr/>
              <p:nvPr/>
            </p:nvSpPr>
            <p:spPr>
              <a:xfrm>
                <a:off x="7740658" y="3711543"/>
                <a:ext cx="33604" cy="33604"/>
              </a:xfrm>
              <a:custGeom>
                <a:avLst/>
                <a:gdLst/>
                <a:ahLst/>
                <a:cxnLst/>
                <a:rect l="l" t="t" r="r" b="b"/>
                <a:pathLst>
                  <a:path w="37338" h="37338" extrusionOk="0">
                    <a:moveTo>
                      <a:pt x="37338" y="18669"/>
                    </a:moveTo>
                    <a:cubicBezTo>
                      <a:pt x="37338" y="28980"/>
                      <a:pt x="28980" y="37338"/>
                      <a:pt x="18669" y="37338"/>
                    </a:cubicBezTo>
                    <a:cubicBezTo>
                      <a:pt x="8358" y="37338"/>
                      <a:pt x="0" y="28980"/>
                      <a:pt x="0" y="18669"/>
                    </a:cubicBezTo>
                    <a:cubicBezTo>
                      <a:pt x="0" y="8359"/>
                      <a:pt x="8358" y="0"/>
                      <a:pt x="18669" y="0"/>
                    </a:cubicBezTo>
                    <a:cubicBezTo>
                      <a:pt x="28979" y="0"/>
                      <a:pt x="37338" y="8358"/>
                      <a:pt x="37338" y="1866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38" name="Google Shape;838;p28"/>
            <p:cNvGrpSpPr/>
            <p:nvPr/>
          </p:nvGrpSpPr>
          <p:grpSpPr>
            <a:xfrm>
              <a:off x="6367914" y="2012818"/>
              <a:ext cx="1448168" cy="1250722"/>
              <a:chOff x="6497466" y="2113795"/>
              <a:chExt cx="1186439" cy="1024678"/>
            </a:xfrm>
          </p:grpSpPr>
          <p:sp>
            <p:nvSpPr>
              <p:cNvPr id="839" name="Google Shape;839;p28"/>
              <p:cNvSpPr/>
              <p:nvPr/>
            </p:nvSpPr>
            <p:spPr>
              <a:xfrm>
                <a:off x="6497466" y="2113795"/>
                <a:ext cx="1186433" cy="1024678"/>
              </a:xfrm>
              <a:custGeom>
                <a:avLst/>
                <a:gdLst/>
                <a:ahLst/>
                <a:cxnLst/>
                <a:rect l="l" t="t" r="r" b="b"/>
                <a:pathLst>
                  <a:path w="1318259" h="1915286" extrusionOk="0">
                    <a:moveTo>
                      <a:pt x="1266444" y="0"/>
                    </a:moveTo>
                    <a:cubicBezTo>
                      <a:pt x="1295061" y="0"/>
                      <a:pt x="1318260" y="23199"/>
                      <a:pt x="1318260" y="51816"/>
                    </a:cubicBezTo>
                    <a:lnTo>
                      <a:pt x="1318260" y="1863471"/>
                    </a:lnTo>
                    <a:cubicBezTo>
                      <a:pt x="1318260" y="1892089"/>
                      <a:pt x="1295061" y="1915287"/>
                      <a:pt x="1266444" y="1915287"/>
                    </a:cubicBezTo>
                    <a:lnTo>
                      <a:pt x="51816" y="1915287"/>
                    </a:lnTo>
                    <a:cubicBezTo>
                      <a:pt x="23198" y="1915287"/>
                      <a:pt x="0" y="1892089"/>
                      <a:pt x="0" y="1863471"/>
                    </a:cubicBezTo>
                    <a:lnTo>
                      <a:pt x="0" y="51816"/>
                    </a:lnTo>
                    <a:cubicBezTo>
                      <a:pt x="0" y="23199"/>
                      <a:pt x="23198" y="0"/>
                      <a:pt x="5181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0" name="Google Shape;840;p28"/>
              <p:cNvSpPr/>
              <p:nvPr/>
            </p:nvSpPr>
            <p:spPr>
              <a:xfrm>
                <a:off x="6497472" y="2113798"/>
                <a:ext cx="1186433" cy="84696"/>
              </a:xfrm>
              <a:custGeom>
                <a:avLst/>
                <a:gdLst/>
                <a:ahLst/>
                <a:cxnLst/>
                <a:rect l="l" t="t" r="r" b="b"/>
                <a:pathLst>
                  <a:path w="1318259" h="94107" extrusionOk="0">
                    <a:moveTo>
                      <a:pt x="1318260" y="51816"/>
                    </a:moveTo>
                    <a:lnTo>
                      <a:pt x="1318260" y="94107"/>
                    </a:lnTo>
                    <a:lnTo>
                      <a:pt x="0" y="94107"/>
                    </a:lnTo>
                    <a:lnTo>
                      <a:pt x="0" y="51816"/>
                    </a:lnTo>
                    <a:cubicBezTo>
                      <a:pt x="0" y="23241"/>
                      <a:pt x="23241" y="0"/>
                      <a:pt x="51816" y="0"/>
                    </a:cubicBezTo>
                    <a:lnTo>
                      <a:pt x="1266444" y="0"/>
                    </a:lnTo>
                    <a:cubicBezTo>
                      <a:pt x="1295019" y="0"/>
                      <a:pt x="1318260" y="23241"/>
                      <a:pt x="1318260" y="5181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41" name="Google Shape;841;p28"/>
              <p:cNvGrpSpPr/>
              <p:nvPr/>
            </p:nvGrpSpPr>
            <p:grpSpPr>
              <a:xfrm>
                <a:off x="7512268" y="2145579"/>
                <a:ext cx="126741" cy="28145"/>
                <a:chOff x="7106888" y="4136136"/>
                <a:chExt cx="140683" cy="31241"/>
              </a:xfrm>
            </p:grpSpPr>
            <p:sp>
              <p:nvSpPr>
                <p:cNvPr id="842" name="Google Shape;842;p28"/>
                <p:cNvSpPr/>
                <p:nvPr/>
              </p:nvSpPr>
              <p:spPr>
                <a:xfrm>
                  <a:off x="7216330" y="4136136"/>
                  <a:ext cx="31241" cy="312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241" h="31241" extrusionOk="0">
                      <a:moveTo>
                        <a:pt x="31242" y="15621"/>
                      </a:moveTo>
                      <a:cubicBezTo>
                        <a:pt x="31242" y="24248"/>
                        <a:pt x="24248" y="31242"/>
                        <a:pt x="15621" y="31242"/>
                      </a:cubicBezTo>
                      <a:cubicBezTo>
                        <a:pt x="6994" y="31242"/>
                        <a:pt x="0" y="24248"/>
                        <a:pt x="0" y="15621"/>
                      </a:cubicBezTo>
                      <a:cubicBezTo>
                        <a:pt x="0" y="6994"/>
                        <a:pt x="6994" y="0"/>
                        <a:pt x="15621" y="0"/>
                      </a:cubicBezTo>
                      <a:cubicBezTo>
                        <a:pt x="24248" y="0"/>
                        <a:pt x="31242" y="6994"/>
                        <a:pt x="31242" y="1562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3" name="Google Shape;843;p28"/>
                <p:cNvSpPr/>
                <p:nvPr/>
              </p:nvSpPr>
              <p:spPr>
                <a:xfrm>
                  <a:off x="7161561" y="4136136"/>
                  <a:ext cx="31241" cy="312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241" h="31241" extrusionOk="0">
                      <a:moveTo>
                        <a:pt x="31242" y="15621"/>
                      </a:moveTo>
                      <a:cubicBezTo>
                        <a:pt x="31242" y="24248"/>
                        <a:pt x="24248" y="31242"/>
                        <a:pt x="15621" y="31242"/>
                      </a:cubicBezTo>
                      <a:cubicBezTo>
                        <a:pt x="6994" y="31242"/>
                        <a:pt x="0" y="24248"/>
                        <a:pt x="0" y="15621"/>
                      </a:cubicBezTo>
                      <a:cubicBezTo>
                        <a:pt x="0" y="6994"/>
                        <a:pt x="6994" y="0"/>
                        <a:pt x="15621" y="0"/>
                      </a:cubicBezTo>
                      <a:cubicBezTo>
                        <a:pt x="24248" y="0"/>
                        <a:pt x="31242" y="6994"/>
                        <a:pt x="31242" y="1562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4" name="Google Shape;844;p28"/>
                <p:cNvSpPr/>
                <p:nvPr/>
              </p:nvSpPr>
              <p:spPr>
                <a:xfrm>
                  <a:off x="7106888" y="4136136"/>
                  <a:ext cx="31241" cy="312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241" h="31241" extrusionOk="0">
                      <a:moveTo>
                        <a:pt x="31242" y="15621"/>
                      </a:moveTo>
                      <a:cubicBezTo>
                        <a:pt x="31242" y="24248"/>
                        <a:pt x="24248" y="31242"/>
                        <a:pt x="15621" y="31242"/>
                      </a:cubicBezTo>
                      <a:cubicBezTo>
                        <a:pt x="6993" y="31242"/>
                        <a:pt x="-1" y="24248"/>
                        <a:pt x="-1" y="15621"/>
                      </a:cubicBezTo>
                      <a:cubicBezTo>
                        <a:pt x="-1" y="6994"/>
                        <a:pt x="6993" y="0"/>
                        <a:pt x="15621" y="0"/>
                      </a:cubicBezTo>
                      <a:cubicBezTo>
                        <a:pt x="24248" y="0"/>
                        <a:pt x="31242" y="6994"/>
                        <a:pt x="31242" y="1562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45" name="Google Shape;845;p28"/>
              <p:cNvSpPr/>
              <p:nvPr/>
            </p:nvSpPr>
            <p:spPr>
              <a:xfrm>
                <a:off x="6515578" y="2215995"/>
                <a:ext cx="1150258" cy="460514"/>
              </a:xfrm>
              <a:custGeom>
                <a:avLst/>
                <a:gdLst/>
                <a:ahLst/>
                <a:cxnLst/>
                <a:rect l="l" t="t" r="r" b="b"/>
                <a:pathLst>
                  <a:path w="1278064" h="511682" extrusionOk="0">
                    <a:moveTo>
                      <a:pt x="0" y="0"/>
                    </a:moveTo>
                    <a:lnTo>
                      <a:pt x="1278064" y="0"/>
                    </a:lnTo>
                    <a:lnTo>
                      <a:pt x="1278064" y="511683"/>
                    </a:lnTo>
                    <a:lnTo>
                      <a:pt x="0" y="51168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6" name="Google Shape;846;p28"/>
              <p:cNvSpPr/>
              <p:nvPr/>
            </p:nvSpPr>
            <p:spPr>
              <a:xfrm>
                <a:off x="6548699" y="2724580"/>
                <a:ext cx="316840" cy="275091"/>
              </a:xfrm>
              <a:custGeom>
                <a:avLst/>
                <a:gdLst/>
                <a:ahLst/>
                <a:cxnLst/>
                <a:rect l="l" t="t" r="r" b="b"/>
                <a:pathLst>
                  <a:path w="352044" h="305657" extrusionOk="0">
                    <a:moveTo>
                      <a:pt x="0" y="0"/>
                    </a:moveTo>
                    <a:lnTo>
                      <a:pt x="352044" y="0"/>
                    </a:lnTo>
                    <a:lnTo>
                      <a:pt x="352044" y="305657"/>
                    </a:lnTo>
                    <a:lnTo>
                      <a:pt x="0" y="30565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7" name="Google Shape;847;p28"/>
              <p:cNvSpPr/>
              <p:nvPr/>
            </p:nvSpPr>
            <p:spPr>
              <a:xfrm>
                <a:off x="6896308" y="2724580"/>
                <a:ext cx="741778" cy="20916"/>
              </a:xfrm>
              <a:custGeom>
                <a:avLst/>
                <a:gdLst/>
                <a:ahLst/>
                <a:cxnLst/>
                <a:rect l="l" t="t" r="r" b="b"/>
                <a:pathLst>
                  <a:path w="824198" h="23240" extrusionOk="0">
                    <a:moveTo>
                      <a:pt x="0" y="0"/>
                    </a:moveTo>
                    <a:lnTo>
                      <a:pt x="824199" y="0"/>
                    </a:lnTo>
                    <a:lnTo>
                      <a:pt x="824199" y="23241"/>
                    </a:lnTo>
                    <a:lnTo>
                      <a:pt x="0" y="2324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8" name="Google Shape;848;p28"/>
              <p:cNvSpPr/>
              <p:nvPr/>
            </p:nvSpPr>
            <p:spPr>
              <a:xfrm>
                <a:off x="6896308" y="2775721"/>
                <a:ext cx="741778" cy="20916"/>
              </a:xfrm>
              <a:custGeom>
                <a:avLst/>
                <a:gdLst/>
                <a:ahLst/>
                <a:cxnLst/>
                <a:rect l="l" t="t" r="r" b="b"/>
                <a:pathLst>
                  <a:path w="824198" h="23240" extrusionOk="0">
                    <a:moveTo>
                      <a:pt x="0" y="0"/>
                    </a:moveTo>
                    <a:lnTo>
                      <a:pt x="824199" y="0"/>
                    </a:lnTo>
                    <a:lnTo>
                      <a:pt x="824199" y="23241"/>
                    </a:lnTo>
                    <a:lnTo>
                      <a:pt x="0" y="2324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9" name="Google Shape;849;p28"/>
              <p:cNvSpPr/>
              <p:nvPr/>
            </p:nvSpPr>
            <p:spPr>
              <a:xfrm>
                <a:off x="6896308" y="2826777"/>
                <a:ext cx="741778" cy="20916"/>
              </a:xfrm>
              <a:custGeom>
                <a:avLst/>
                <a:gdLst/>
                <a:ahLst/>
                <a:cxnLst/>
                <a:rect l="l" t="t" r="r" b="b"/>
                <a:pathLst>
                  <a:path w="824198" h="23240" extrusionOk="0">
                    <a:moveTo>
                      <a:pt x="0" y="0"/>
                    </a:moveTo>
                    <a:lnTo>
                      <a:pt x="824199" y="0"/>
                    </a:lnTo>
                    <a:lnTo>
                      <a:pt x="824199" y="23241"/>
                    </a:lnTo>
                    <a:lnTo>
                      <a:pt x="0" y="2324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0" name="Google Shape;850;p28"/>
              <p:cNvSpPr/>
              <p:nvPr/>
            </p:nvSpPr>
            <p:spPr>
              <a:xfrm>
                <a:off x="6896308" y="2877919"/>
                <a:ext cx="741778" cy="20916"/>
              </a:xfrm>
              <a:custGeom>
                <a:avLst/>
                <a:gdLst/>
                <a:ahLst/>
                <a:cxnLst/>
                <a:rect l="l" t="t" r="r" b="b"/>
                <a:pathLst>
                  <a:path w="824198" h="23240" extrusionOk="0">
                    <a:moveTo>
                      <a:pt x="0" y="0"/>
                    </a:moveTo>
                    <a:lnTo>
                      <a:pt x="824199" y="0"/>
                    </a:lnTo>
                    <a:lnTo>
                      <a:pt x="824199" y="23241"/>
                    </a:lnTo>
                    <a:lnTo>
                      <a:pt x="0" y="2324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51" name="Google Shape;851;p28"/>
              <p:cNvGrpSpPr/>
              <p:nvPr/>
            </p:nvGrpSpPr>
            <p:grpSpPr>
              <a:xfrm>
                <a:off x="7422424" y="2953744"/>
                <a:ext cx="216586" cy="46337"/>
                <a:chOff x="7007161" y="5033200"/>
                <a:chExt cx="240411" cy="51434"/>
              </a:xfrm>
            </p:grpSpPr>
            <p:sp>
              <p:nvSpPr>
                <p:cNvPr id="852" name="Google Shape;852;p28"/>
                <p:cNvSpPr/>
                <p:nvPr/>
              </p:nvSpPr>
              <p:spPr>
                <a:xfrm>
                  <a:off x="7007161" y="5033200"/>
                  <a:ext cx="240411" cy="514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411" h="51434" extrusionOk="0">
                      <a:moveTo>
                        <a:pt x="214694" y="51435"/>
                      </a:moveTo>
                      <a:lnTo>
                        <a:pt x="25718" y="51435"/>
                      </a:lnTo>
                      <a:cubicBezTo>
                        <a:pt x="11525" y="51435"/>
                        <a:pt x="0" y="39814"/>
                        <a:pt x="0" y="25717"/>
                      </a:cubicBezTo>
                      <a:lnTo>
                        <a:pt x="0" y="25717"/>
                      </a:lnTo>
                      <a:cubicBezTo>
                        <a:pt x="0" y="11525"/>
                        <a:pt x="11621" y="0"/>
                        <a:pt x="25718" y="0"/>
                      </a:cubicBezTo>
                      <a:lnTo>
                        <a:pt x="214694" y="0"/>
                      </a:lnTo>
                      <a:cubicBezTo>
                        <a:pt x="228886" y="0"/>
                        <a:pt x="240411" y="11621"/>
                        <a:pt x="240411" y="25717"/>
                      </a:cubicBezTo>
                      <a:lnTo>
                        <a:pt x="240411" y="25717"/>
                      </a:lnTo>
                      <a:cubicBezTo>
                        <a:pt x="240411" y="39909"/>
                        <a:pt x="228791" y="51435"/>
                        <a:pt x="214694" y="51435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3" name="Google Shape;853;p28"/>
                <p:cNvSpPr/>
                <p:nvPr/>
              </p:nvSpPr>
              <p:spPr>
                <a:xfrm>
                  <a:off x="7073264" y="5047202"/>
                  <a:ext cx="108204" cy="232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204" h="23240" extrusionOk="0">
                      <a:moveTo>
                        <a:pt x="96584" y="23241"/>
                      </a:moveTo>
                      <a:lnTo>
                        <a:pt x="11621" y="23241"/>
                      </a:lnTo>
                      <a:cubicBezTo>
                        <a:pt x="5239" y="23241"/>
                        <a:pt x="0" y="18002"/>
                        <a:pt x="0" y="11620"/>
                      </a:cubicBezTo>
                      <a:lnTo>
                        <a:pt x="0" y="11620"/>
                      </a:lnTo>
                      <a:cubicBezTo>
                        <a:pt x="0" y="5239"/>
                        <a:pt x="5239" y="0"/>
                        <a:pt x="11621" y="0"/>
                      </a:cubicBezTo>
                      <a:lnTo>
                        <a:pt x="96584" y="0"/>
                      </a:lnTo>
                      <a:cubicBezTo>
                        <a:pt x="102965" y="0"/>
                        <a:pt x="108204" y="5239"/>
                        <a:pt x="108204" y="11620"/>
                      </a:cubicBezTo>
                      <a:lnTo>
                        <a:pt x="108204" y="11620"/>
                      </a:lnTo>
                      <a:cubicBezTo>
                        <a:pt x="108204" y="18002"/>
                        <a:pt x="102965" y="23241"/>
                        <a:pt x="96584" y="2324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54" name="Google Shape;854;p28"/>
              <p:cNvGrpSpPr/>
              <p:nvPr/>
            </p:nvGrpSpPr>
            <p:grpSpPr>
              <a:xfrm>
                <a:off x="6548871" y="2408331"/>
                <a:ext cx="1090139" cy="89414"/>
                <a:chOff x="6037516" y="4427791"/>
                <a:chExt cx="1210056" cy="99250"/>
              </a:xfrm>
            </p:grpSpPr>
            <p:sp>
              <p:nvSpPr>
                <p:cNvPr id="855" name="Google Shape;855;p28"/>
                <p:cNvSpPr/>
                <p:nvPr/>
              </p:nvSpPr>
              <p:spPr>
                <a:xfrm>
                  <a:off x="6037516" y="4427791"/>
                  <a:ext cx="49625" cy="99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625" h="99250" extrusionOk="0">
                      <a:moveTo>
                        <a:pt x="0" y="49625"/>
                      </a:moveTo>
                      <a:lnTo>
                        <a:pt x="49625" y="99251"/>
                      </a:lnTo>
                      <a:lnTo>
                        <a:pt x="49625" y="0"/>
                      </a:lnTo>
                      <a:lnTo>
                        <a:pt x="0" y="49625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6" name="Google Shape;856;p28"/>
                <p:cNvSpPr/>
                <p:nvPr/>
              </p:nvSpPr>
              <p:spPr>
                <a:xfrm>
                  <a:off x="7197947" y="4427791"/>
                  <a:ext cx="49625" cy="99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625" h="99250" extrusionOk="0">
                      <a:moveTo>
                        <a:pt x="0" y="0"/>
                      </a:moveTo>
                      <a:lnTo>
                        <a:pt x="0" y="99251"/>
                      </a:lnTo>
                      <a:lnTo>
                        <a:pt x="49625" y="4962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57" name="Google Shape;857;p28"/>
              <p:cNvGrpSpPr/>
              <p:nvPr/>
            </p:nvGrpSpPr>
            <p:grpSpPr>
              <a:xfrm>
                <a:off x="7012935" y="2651519"/>
                <a:ext cx="157033" cy="16304"/>
                <a:chOff x="6552628" y="4697730"/>
                <a:chExt cx="174307" cy="18097"/>
              </a:xfrm>
            </p:grpSpPr>
            <p:sp>
              <p:nvSpPr>
                <p:cNvPr id="858" name="Google Shape;858;p28"/>
                <p:cNvSpPr/>
                <p:nvPr/>
              </p:nvSpPr>
              <p:spPr>
                <a:xfrm>
                  <a:off x="6552628" y="4697730"/>
                  <a:ext cx="18097" cy="18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97" h="18097" extrusionOk="0">
                      <a:moveTo>
                        <a:pt x="18098" y="9049"/>
                      </a:moveTo>
                      <a:cubicBezTo>
                        <a:pt x="18098" y="14002"/>
                        <a:pt x="14097" y="18097"/>
                        <a:pt x="9049" y="18097"/>
                      </a:cubicBezTo>
                      <a:cubicBezTo>
                        <a:pt x="4000" y="18097"/>
                        <a:pt x="0" y="14097"/>
                        <a:pt x="0" y="9049"/>
                      </a:cubicBezTo>
                      <a:cubicBezTo>
                        <a:pt x="0" y="4000"/>
                        <a:pt x="4000" y="0"/>
                        <a:pt x="9049" y="0"/>
                      </a:cubicBezTo>
                      <a:cubicBezTo>
                        <a:pt x="14097" y="0"/>
                        <a:pt x="18098" y="4000"/>
                        <a:pt x="18098" y="904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9" name="Google Shape;859;p28"/>
                <p:cNvSpPr/>
                <p:nvPr/>
              </p:nvSpPr>
              <p:spPr>
                <a:xfrm>
                  <a:off x="6591681" y="4697730"/>
                  <a:ext cx="18097" cy="18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97" h="18097" extrusionOk="0">
                      <a:moveTo>
                        <a:pt x="18098" y="9049"/>
                      </a:moveTo>
                      <a:cubicBezTo>
                        <a:pt x="18098" y="14046"/>
                        <a:pt x="14046" y="18098"/>
                        <a:pt x="9049" y="18098"/>
                      </a:cubicBezTo>
                      <a:cubicBezTo>
                        <a:pt x="4051" y="18098"/>
                        <a:pt x="0" y="14046"/>
                        <a:pt x="0" y="9049"/>
                      </a:cubicBezTo>
                      <a:cubicBezTo>
                        <a:pt x="0" y="4051"/>
                        <a:pt x="4051" y="0"/>
                        <a:pt x="9049" y="0"/>
                      </a:cubicBezTo>
                      <a:cubicBezTo>
                        <a:pt x="14046" y="0"/>
                        <a:pt x="18098" y="4051"/>
                        <a:pt x="18098" y="904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0" name="Google Shape;860;p28"/>
                <p:cNvSpPr/>
                <p:nvPr/>
              </p:nvSpPr>
              <p:spPr>
                <a:xfrm>
                  <a:off x="6630733" y="4697730"/>
                  <a:ext cx="18097" cy="18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97" h="18097" extrusionOk="0">
                      <a:moveTo>
                        <a:pt x="18097" y="9049"/>
                      </a:moveTo>
                      <a:cubicBezTo>
                        <a:pt x="18097" y="14002"/>
                        <a:pt x="14097" y="18097"/>
                        <a:pt x="9049" y="18097"/>
                      </a:cubicBezTo>
                      <a:cubicBezTo>
                        <a:pt x="4000" y="18097"/>
                        <a:pt x="0" y="14097"/>
                        <a:pt x="0" y="9049"/>
                      </a:cubicBezTo>
                      <a:cubicBezTo>
                        <a:pt x="0" y="4000"/>
                        <a:pt x="4000" y="0"/>
                        <a:pt x="9049" y="0"/>
                      </a:cubicBezTo>
                      <a:cubicBezTo>
                        <a:pt x="14097" y="0"/>
                        <a:pt x="18097" y="4000"/>
                        <a:pt x="18097" y="904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1" name="Google Shape;861;p28"/>
                <p:cNvSpPr/>
                <p:nvPr/>
              </p:nvSpPr>
              <p:spPr>
                <a:xfrm>
                  <a:off x="6669881" y="4697730"/>
                  <a:ext cx="18097" cy="18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97" h="18097" extrusionOk="0">
                      <a:moveTo>
                        <a:pt x="18098" y="9049"/>
                      </a:moveTo>
                      <a:cubicBezTo>
                        <a:pt x="18098" y="14046"/>
                        <a:pt x="14046" y="18098"/>
                        <a:pt x="9049" y="18098"/>
                      </a:cubicBezTo>
                      <a:cubicBezTo>
                        <a:pt x="4051" y="18098"/>
                        <a:pt x="0" y="14046"/>
                        <a:pt x="0" y="9049"/>
                      </a:cubicBezTo>
                      <a:cubicBezTo>
                        <a:pt x="0" y="4051"/>
                        <a:pt x="4051" y="0"/>
                        <a:pt x="9049" y="0"/>
                      </a:cubicBezTo>
                      <a:cubicBezTo>
                        <a:pt x="14046" y="0"/>
                        <a:pt x="18098" y="4051"/>
                        <a:pt x="18098" y="904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2" name="Google Shape;862;p28"/>
                <p:cNvSpPr/>
                <p:nvPr/>
              </p:nvSpPr>
              <p:spPr>
                <a:xfrm>
                  <a:off x="6708838" y="4697730"/>
                  <a:ext cx="18097" cy="18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97" h="18097" extrusionOk="0">
                      <a:moveTo>
                        <a:pt x="18097" y="9049"/>
                      </a:moveTo>
                      <a:cubicBezTo>
                        <a:pt x="18097" y="14002"/>
                        <a:pt x="14097" y="18097"/>
                        <a:pt x="9048" y="18097"/>
                      </a:cubicBezTo>
                      <a:cubicBezTo>
                        <a:pt x="4000" y="18097"/>
                        <a:pt x="0" y="14097"/>
                        <a:pt x="0" y="9049"/>
                      </a:cubicBezTo>
                      <a:cubicBezTo>
                        <a:pt x="0" y="4000"/>
                        <a:pt x="4000" y="0"/>
                        <a:pt x="9048" y="0"/>
                      </a:cubicBezTo>
                      <a:cubicBezTo>
                        <a:pt x="14097" y="0"/>
                        <a:pt x="18097" y="4000"/>
                        <a:pt x="18097" y="904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63" name="Google Shape;863;p28"/>
              <p:cNvSpPr/>
              <p:nvPr/>
            </p:nvSpPr>
            <p:spPr>
              <a:xfrm>
                <a:off x="6548699" y="3046960"/>
                <a:ext cx="1089050" cy="8572"/>
              </a:xfrm>
              <a:custGeom>
                <a:avLst/>
                <a:gdLst/>
                <a:ahLst/>
                <a:cxnLst/>
                <a:rect l="l" t="t" r="r" b="b"/>
                <a:pathLst>
                  <a:path w="1210055" h="9525" extrusionOk="0">
                    <a:moveTo>
                      <a:pt x="0" y="0"/>
                    </a:moveTo>
                    <a:lnTo>
                      <a:pt x="1210056" y="0"/>
                    </a:lnTo>
                  </a:path>
                </a:pathLst>
              </a:custGeom>
              <a:noFill/>
              <a:ln w="17525" cap="flat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64" name="Google Shape;864;p28"/>
              <p:cNvGrpSpPr/>
              <p:nvPr/>
            </p:nvGrpSpPr>
            <p:grpSpPr>
              <a:xfrm>
                <a:off x="6505708" y="2659414"/>
                <a:ext cx="413779" cy="413778"/>
                <a:chOff x="5989605" y="4706493"/>
                <a:chExt cx="459295" cy="459294"/>
              </a:xfrm>
            </p:grpSpPr>
            <p:grpSp>
              <p:nvGrpSpPr>
                <p:cNvPr id="865" name="Google Shape;865;p28"/>
                <p:cNvGrpSpPr/>
                <p:nvPr/>
              </p:nvGrpSpPr>
              <p:grpSpPr>
                <a:xfrm>
                  <a:off x="6001893" y="4718780"/>
                  <a:ext cx="444150" cy="444151"/>
                  <a:chOff x="6001893" y="4718780"/>
                  <a:chExt cx="444150" cy="444151"/>
                </a:xfrm>
              </p:grpSpPr>
              <p:sp>
                <p:nvSpPr>
                  <p:cNvPr id="866" name="Google Shape;866;p28"/>
                  <p:cNvSpPr/>
                  <p:nvPr/>
                </p:nvSpPr>
                <p:spPr>
                  <a:xfrm>
                    <a:off x="6017418" y="5153406"/>
                    <a:ext cx="388048" cy="9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8048" h="9525" extrusionOk="0">
                        <a:moveTo>
                          <a:pt x="388048" y="0"/>
                        </a:moveTo>
                        <a:lnTo>
                          <a:pt x="0" y="0"/>
                        </a:lnTo>
                      </a:path>
                    </a:pathLst>
                  </a:custGeom>
                  <a:solidFill>
                    <a:schemeClr val="dk1"/>
                  </a:solidFill>
                  <a:ln w="15800" cap="rnd" cmpd="sng">
                    <a:solidFill>
                      <a:schemeClr val="dk1"/>
                    </a:solidFill>
                    <a:prstDash val="dashDot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7" name="Google Shape;867;p28"/>
                  <p:cNvSpPr/>
                  <p:nvPr/>
                </p:nvSpPr>
                <p:spPr>
                  <a:xfrm>
                    <a:off x="6001893" y="4734306"/>
                    <a:ext cx="9525" cy="3880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25" h="388048" extrusionOk="0">
                        <a:moveTo>
                          <a:pt x="0" y="388049"/>
                        </a:moveTo>
                        <a:lnTo>
                          <a:pt x="0" y="0"/>
                        </a:lnTo>
                      </a:path>
                    </a:pathLst>
                  </a:custGeom>
                  <a:solidFill>
                    <a:schemeClr val="dk1"/>
                  </a:solidFill>
                  <a:ln w="15800" cap="rnd" cmpd="sng">
                    <a:solidFill>
                      <a:schemeClr val="dk1"/>
                    </a:solidFill>
                    <a:prstDash val="dashDot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8" name="Google Shape;868;p28"/>
                  <p:cNvSpPr/>
                  <p:nvPr/>
                </p:nvSpPr>
                <p:spPr>
                  <a:xfrm>
                    <a:off x="6032944" y="4718780"/>
                    <a:ext cx="388048" cy="9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8048" h="9525" extrusionOk="0">
                        <a:moveTo>
                          <a:pt x="0" y="0"/>
                        </a:moveTo>
                        <a:lnTo>
                          <a:pt x="388048" y="0"/>
                        </a:lnTo>
                      </a:path>
                    </a:pathLst>
                  </a:custGeom>
                  <a:solidFill>
                    <a:schemeClr val="dk1"/>
                  </a:solidFill>
                  <a:ln w="15800" cap="rnd" cmpd="sng">
                    <a:solidFill>
                      <a:schemeClr val="dk1"/>
                    </a:solidFill>
                    <a:prstDash val="dashDot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9" name="Google Shape;869;p28"/>
                  <p:cNvSpPr/>
                  <p:nvPr/>
                </p:nvSpPr>
                <p:spPr>
                  <a:xfrm>
                    <a:off x="6436518" y="4749831"/>
                    <a:ext cx="9525" cy="3880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25" h="388048" extrusionOk="0">
                        <a:moveTo>
                          <a:pt x="0" y="0"/>
                        </a:moveTo>
                        <a:lnTo>
                          <a:pt x="0" y="388049"/>
                        </a:lnTo>
                      </a:path>
                    </a:pathLst>
                  </a:custGeom>
                  <a:solidFill>
                    <a:schemeClr val="dk1"/>
                  </a:solidFill>
                  <a:ln w="15800" cap="rnd" cmpd="sng">
                    <a:solidFill>
                      <a:schemeClr val="dk1"/>
                    </a:solidFill>
                    <a:prstDash val="dashDot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870" name="Google Shape;870;p28"/>
                <p:cNvGrpSpPr/>
                <p:nvPr/>
              </p:nvGrpSpPr>
              <p:grpSpPr>
                <a:xfrm>
                  <a:off x="5989605" y="4706493"/>
                  <a:ext cx="459295" cy="459294"/>
                  <a:chOff x="5989605" y="4706493"/>
                  <a:chExt cx="459295" cy="459294"/>
                </a:xfrm>
              </p:grpSpPr>
              <p:grpSp>
                <p:nvGrpSpPr>
                  <p:cNvPr id="871" name="Google Shape;871;p28"/>
                  <p:cNvGrpSpPr/>
                  <p:nvPr/>
                </p:nvGrpSpPr>
                <p:grpSpPr>
                  <a:xfrm>
                    <a:off x="5989605" y="4706493"/>
                    <a:ext cx="459295" cy="24669"/>
                    <a:chOff x="5989605" y="4706493"/>
                    <a:chExt cx="459295" cy="24669"/>
                  </a:xfrm>
                </p:grpSpPr>
                <p:sp>
                  <p:nvSpPr>
                    <p:cNvPr id="872" name="Google Shape;872;p28"/>
                    <p:cNvSpPr/>
                    <p:nvPr/>
                  </p:nvSpPr>
                  <p:spPr>
                    <a:xfrm>
                      <a:off x="5989605" y="4706493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73" name="Google Shape;873;p28"/>
                    <p:cNvSpPr/>
                    <p:nvPr/>
                  </p:nvSpPr>
                  <p:spPr>
                    <a:xfrm>
                      <a:off x="6206871" y="4706493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74" name="Google Shape;874;p28"/>
                    <p:cNvSpPr/>
                    <p:nvPr/>
                  </p:nvSpPr>
                  <p:spPr>
                    <a:xfrm>
                      <a:off x="6424231" y="4706493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875" name="Google Shape;875;p28"/>
                  <p:cNvGrpSpPr/>
                  <p:nvPr/>
                </p:nvGrpSpPr>
                <p:grpSpPr>
                  <a:xfrm>
                    <a:off x="5989605" y="4923758"/>
                    <a:ext cx="459295" cy="24669"/>
                    <a:chOff x="5989605" y="4923758"/>
                    <a:chExt cx="459295" cy="24669"/>
                  </a:xfrm>
                </p:grpSpPr>
                <p:sp>
                  <p:nvSpPr>
                    <p:cNvPr id="876" name="Google Shape;876;p28"/>
                    <p:cNvSpPr/>
                    <p:nvPr/>
                  </p:nvSpPr>
                  <p:spPr>
                    <a:xfrm>
                      <a:off x="5989605" y="4923758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77" name="Google Shape;877;p28"/>
                    <p:cNvSpPr/>
                    <p:nvPr/>
                  </p:nvSpPr>
                  <p:spPr>
                    <a:xfrm>
                      <a:off x="6424231" y="4923758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878" name="Google Shape;878;p28"/>
                  <p:cNvGrpSpPr/>
                  <p:nvPr/>
                </p:nvGrpSpPr>
                <p:grpSpPr>
                  <a:xfrm>
                    <a:off x="5989605" y="5141118"/>
                    <a:ext cx="459295" cy="24669"/>
                    <a:chOff x="5989605" y="5141118"/>
                    <a:chExt cx="459295" cy="24669"/>
                  </a:xfrm>
                </p:grpSpPr>
                <p:sp>
                  <p:nvSpPr>
                    <p:cNvPr id="879" name="Google Shape;879;p28"/>
                    <p:cNvSpPr/>
                    <p:nvPr/>
                  </p:nvSpPr>
                  <p:spPr>
                    <a:xfrm>
                      <a:off x="5989605" y="5141118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80" name="Google Shape;880;p28"/>
                    <p:cNvSpPr/>
                    <p:nvPr/>
                  </p:nvSpPr>
                  <p:spPr>
                    <a:xfrm>
                      <a:off x="6206871" y="5141118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81" name="Google Shape;881;p28"/>
                    <p:cNvSpPr/>
                    <p:nvPr/>
                  </p:nvSpPr>
                  <p:spPr>
                    <a:xfrm>
                      <a:off x="6424231" y="5141118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</p:grpSp>
        <p:grpSp>
          <p:nvGrpSpPr>
            <p:cNvPr id="882" name="Google Shape;882;p28"/>
            <p:cNvGrpSpPr/>
            <p:nvPr/>
          </p:nvGrpSpPr>
          <p:grpSpPr>
            <a:xfrm>
              <a:off x="5248799" y="1817418"/>
              <a:ext cx="479083" cy="595031"/>
              <a:chOff x="5580610" y="1953710"/>
              <a:chExt cx="392498" cy="487491"/>
            </a:xfrm>
          </p:grpSpPr>
          <p:grpSp>
            <p:nvGrpSpPr>
              <p:cNvPr id="883" name="Google Shape;883;p28"/>
              <p:cNvGrpSpPr/>
              <p:nvPr/>
            </p:nvGrpSpPr>
            <p:grpSpPr>
              <a:xfrm>
                <a:off x="5580610" y="1953710"/>
                <a:ext cx="392498" cy="487491"/>
                <a:chOff x="7385113" y="1535430"/>
                <a:chExt cx="435673" cy="541115"/>
              </a:xfrm>
            </p:grpSpPr>
            <p:sp>
              <p:nvSpPr>
                <p:cNvPr id="884" name="Google Shape;884;p28"/>
                <p:cNvSpPr/>
                <p:nvPr/>
              </p:nvSpPr>
              <p:spPr>
                <a:xfrm>
                  <a:off x="7385113" y="1535430"/>
                  <a:ext cx="435673" cy="5411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5673" h="541115" extrusionOk="0">
                      <a:moveTo>
                        <a:pt x="394621" y="0"/>
                      </a:moveTo>
                      <a:cubicBezTo>
                        <a:pt x="417294" y="0"/>
                        <a:pt x="435674" y="18380"/>
                        <a:pt x="435674" y="41053"/>
                      </a:cubicBezTo>
                      <a:lnTo>
                        <a:pt x="435674" y="500062"/>
                      </a:lnTo>
                      <a:cubicBezTo>
                        <a:pt x="435674" y="522735"/>
                        <a:pt x="417294" y="541115"/>
                        <a:pt x="394621" y="541115"/>
                      </a:cubicBezTo>
                      <a:lnTo>
                        <a:pt x="41053" y="541115"/>
                      </a:lnTo>
                      <a:cubicBezTo>
                        <a:pt x="18380" y="541115"/>
                        <a:pt x="0" y="522735"/>
                        <a:pt x="0" y="500062"/>
                      </a:cubicBezTo>
                      <a:lnTo>
                        <a:pt x="0" y="41053"/>
                      </a:lnTo>
                      <a:cubicBezTo>
                        <a:pt x="0" y="18380"/>
                        <a:pt x="18380" y="0"/>
                        <a:pt x="41053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85" name="Google Shape;885;p28"/>
                <p:cNvGrpSpPr/>
                <p:nvPr/>
              </p:nvGrpSpPr>
              <p:grpSpPr>
                <a:xfrm>
                  <a:off x="7612094" y="1566576"/>
                  <a:ext cx="164781" cy="41529"/>
                  <a:chOff x="7612094" y="1566576"/>
                  <a:chExt cx="164781" cy="41529"/>
                </a:xfrm>
              </p:grpSpPr>
              <p:sp>
                <p:nvSpPr>
                  <p:cNvPr id="886" name="Google Shape;886;p28"/>
                  <p:cNvSpPr/>
                  <p:nvPr/>
                </p:nvSpPr>
                <p:spPr>
                  <a:xfrm>
                    <a:off x="7735347" y="1566576"/>
                    <a:ext cx="41528" cy="415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28" h="41529" extrusionOk="0">
                        <a:moveTo>
                          <a:pt x="41529" y="20765"/>
                        </a:moveTo>
                        <a:cubicBezTo>
                          <a:pt x="41529" y="32290"/>
                          <a:pt x="32195" y="41529"/>
                          <a:pt x="20764" y="41529"/>
                        </a:cubicBezTo>
                        <a:cubicBezTo>
                          <a:pt x="9335" y="41529"/>
                          <a:pt x="0" y="32194"/>
                          <a:pt x="0" y="20765"/>
                        </a:cubicBezTo>
                        <a:cubicBezTo>
                          <a:pt x="0" y="9334"/>
                          <a:pt x="9335" y="0"/>
                          <a:pt x="20764" y="0"/>
                        </a:cubicBezTo>
                        <a:cubicBezTo>
                          <a:pt x="32195" y="0"/>
                          <a:pt x="41529" y="9334"/>
                          <a:pt x="41529" y="20765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87" name="Google Shape;887;p28"/>
                  <p:cNvSpPr/>
                  <p:nvPr/>
                </p:nvSpPr>
                <p:spPr>
                  <a:xfrm>
                    <a:off x="7673721" y="1566576"/>
                    <a:ext cx="41528" cy="415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28" h="41529" extrusionOk="0">
                        <a:moveTo>
                          <a:pt x="41529" y="20765"/>
                        </a:moveTo>
                        <a:cubicBezTo>
                          <a:pt x="41529" y="32290"/>
                          <a:pt x="32195" y="41529"/>
                          <a:pt x="20764" y="41529"/>
                        </a:cubicBezTo>
                        <a:cubicBezTo>
                          <a:pt x="9334" y="41529"/>
                          <a:pt x="0" y="32194"/>
                          <a:pt x="0" y="20765"/>
                        </a:cubicBezTo>
                        <a:cubicBezTo>
                          <a:pt x="0" y="9334"/>
                          <a:pt x="9334" y="0"/>
                          <a:pt x="20764" y="0"/>
                        </a:cubicBezTo>
                        <a:cubicBezTo>
                          <a:pt x="32195" y="0"/>
                          <a:pt x="41529" y="9334"/>
                          <a:pt x="41529" y="20765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88" name="Google Shape;888;p28"/>
                  <p:cNvSpPr/>
                  <p:nvPr/>
                </p:nvSpPr>
                <p:spPr>
                  <a:xfrm>
                    <a:off x="7612094" y="1566576"/>
                    <a:ext cx="41529" cy="415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29" h="41529" extrusionOk="0">
                        <a:moveTo>
                          <a:pt x="41529" y="20765"/>
                        </a:moveTo>
                        <a:cubicBezTo>
                          <a:pt x="41529" y="32290"/>
                          <a:pt x="32195" y="41529"/>
                          <a:pt x="20764" y="41529"/>
                        </a:cubicBezTo>
                        <a:cubicBezTo>
                          <a:pt x="9335" y="41529"/>
                          <a:pt x="0" y="32194"/>
                          <a:pt x="0" y="20765"/>
                        </a:cubicBezTo>
                        <a:cubicBezTo>
                          <a:pt x="0" y="9334"/>
                          <a:pt x="9335" y="0"/>
                          <a:pt x="20764" y="0"/>
                        </a:cubicBezTo>
                        <a:cubicBezTo>
                          <a:pt x="32195" y="0"/>
                          <a:pt x="41529" y="9334"/>
                          <a:pt x="41529" y="20765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889" name="Google Shape;889;p28"/>
              <p:cNvGrpSpPr/>
              <p:nvPr/>
            </p:nvGrpSpPr>
            <p:grpSpPr>
              <a:xfrm>
                <a:off x="5612446" y="2047672"/>
                <a:ext cx="323505" cy="338352"/>
                <a:chOff x="7420451" y="1639728"/>
                <a:chExt cx="359091" cy="375571"/>
              </a:xfrm>
            </p:grpSpPr>
            <p:sp>
              <p:nvSpPr>
                <p:cNvPr id="890" name="Google Shape;890;p28"/>
                <p:cNvSpPr/>
                <p:nvPr/>
              </p:nvSpPr>
              <p:spPr>
                <a:xfrm>
                  <a:off x="7420451" y="1852041"/>
                  <a:ext cx="357473" cy="1632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473" h="163258" extrusionOk="0">
                      <a:moveTo>
                        <a:pt x="40196" y="72962"/>
                      </a:moveTo>
                      <a:lnTo>
                        <a:pt x="0" y="72962"/>
                      </a:lnTo>
                      <a:lnTo>
                        <a:pt x="0" y="90297"/>
                      </a:lnTo>
                      <a:lnTo>
                        <a:pt x="40196" y="90297"/>
                      </a:lnTo>
                      <a:lnTo>
                        <a:pt x="40196" y="72962"/>
                      </a:lnTo>
                      <a:close/>
                      <a:moveTo>
                        <a:pt x="185166" y="126778"/>
                      </a:moveTo>
                      <a:lnTo>
                        <a:pt x="294894" y="126778"/>
                      </a:lnTo>
                      <a:lnTo>
                        <a:pt x="294894" y="109347"/>
                      </a:lnTo>
                      <a:lnTo>
                        <a:pt x="185166" y="109347"/>
                      </a:lnTo>
                      <a:lnTo>
                        <a:pt x="185166" y="126778"/>
                      </a:lnTo>
                      <a:close/>
                      <a:moveTo>
                        <a:pt x="294894" y="0"/>
                      </a:moveTo>
                      <a:lnTo>
                        <a:pt x="38291" y="0"/>
                      </a:lnTo>
                      <a:lnTo>
                        <a:pt x="38291" y="17335"/>
                      </a:lnTo>
                      <a:lnTo>
                        <a:pt x="294894" y="17335"/>
                      </a:lnTo>
                      <a:lnTo>
                        <a:pt x="294894" y="0"/>
                      </a:lnTo>
                      <a:close/>
                      <a:moveTo>
                        <a:pt x="0" y="163259"/>
                      </a:moveTo>
                      <a:lnTo>
                        <a:pt x="99632" y="163259"/>
                      </a:lnTo>
                      <a:lnTo>
                        <a:pt x="99632" y="145828"/>
                      </a:lnTo>
                      <a:lnTo>
                        <a:pt x="0" y="145828"/>
                      </a:lnTo>
                      <a:lnTo>
                        <a:pt x="0" y="163259"/>
                      </a:lnTo>
                      <a:close/>
                      <a:moveTo>
                        <a:pt x="76581" y="36481"/>
                      </a:moveTo>
                      <a:lnTo>
                        <a:pt x="0" y="36481"/>
                      </a:lnTo>
                      <a:lnTo>
                        <a:pt x="0" y="53816"/>
                      </a:lnTo>
                      <a:lnTo>
                        <a:pt x="76581" y="53816"/>
                      </a:lnTo>
                      <a:lnTo>
                        <a:pt x="76581" y="36481"/>
                      </a:lnTo>
                      <a:close/>
                      <a:moveTo>
                        <a:pt x="52483" y="90297"/>
                      </a:moveTo>
                      <a:lnTo>
                        <a:pt x="207836" y="90297"/>
                      </a:lnTo>
                      <a:lnTo>
                        <a:pt x="207836" y="72962"/>
                      </a:lnTo>
                      <a:lnTo>
                        <a:pt x="52483" y="72962"/>
                      </a:lnTo>
                      <a:lnTo>
                        <a:pt x="52483" y="90297"/>
                      </a:lnTo>
                      <a:close/>
                      <a:moveTo>
                        <a:pt x="164402" y="109347"/>
                      </a:moveTo>
                      <a:lnTo>
                        <a:pt x="0" y="109347"/>
                      </a:lnTo>
                      <a:lnTo>
                        <a:pt x="0" y="126778"/>
                      </a:lnTo>
                      <a:lnTo>
                        <a:pt x="164402" y="126778"/>
                      </a:lnTo>
                      <a:lnTo>
                        <a:pt x="164402" y="109347"/>
                      </a:lnTo>
                      <a:close/>
                      <a:moveTo>
                        <a:pt x="220218" y="90297"/>
                      </a:moveTo>
                      <a:lnTo>
                        <a:pt x="357378" y="90297"/>
                      </a:lnTo>
                      <a:lnTo>
                        <a:pt x="357378" y="72962"/>
                      </a:lnTo>
                      <a:lnTo>
                        <a:pt x="220218" y="72962"/>
                      </a:lnTo>
                      <a:lnTo>
                        <a:pt x="220218" y="90297"/>
                      </a:lnTo>
                      <a:close/>
                      <a:moveTo>
                        <a:pt x="97441" y="53816"/>
                      </a:moveTo>
                      <a:lnTo>
                        <a:pt x="357474" y="53816"/>
                      </a:lnTo>
                      <a:lnTo>
                        <a:pt x="357474" y="36481"/>
                      </a:lnTo>
                      <a:lnTo>
                        <a:pt x="97441" y="36481"/>
                      </a:lnTo>
                      <a:lnTo>
                        <a:pt x="97441" y="53816"/>
                      </a:lnTo>
                      <a:close/>
                      <a:moveTo>
                        <a:pt x="305371" y="0"/>
                      </a:moveTo>
                      <a:lnTo>
                        <a:pt x="305371" y="17335"/>
                      </a:lnTo>
                      <a:lnTo>
                        <a:pt x="357378" y="17335"/>
                      </a:lnTo>
                      <a:lnTo>
                        <a:pt x="357378" y="0"/>
                      </a:lnTo>
                      <a:lnTo>
                        <a:pt x="305371" y="0"/>
                      </a:lnTo>
                      <a:close/>
                      <a:moveTo>
                        <a:pt x="315659" y="126778"/>
                      </a:moveTo>
                      <a:lnTo>
                        <a:pt x="357378" y="126778"/>
                      </a:lnTo>
                      <a:lnTo>
                        <a:pt x="357378" y="109347"/>
                      </a:lnTo>
                      <a:lnTo>
                        <a:pt x="315659" y="109347"/>
                      </a:lnTo>
                      <a:lnTo>
                        <a:pt x="315659" y="126778"/>
                      </a:lnTo>
                      <a:close/>
                      <a:moveTo>
                        <a:pt x="120396" y="163259"/>
                      </a:moveTo>
                      <a:lnTo>
                        <a:pt x="222981" y="163259"/>
                      </a:lnTo>
                      <a:lnTo>
                        <a:pt x="222981" y="145828"/>
                      </a:lnTo>
                      <a:lnTo>
                        <a:pt x="120396" y="145828"/>
                      </a:lnTo>
                      <a:lnTo>
                        <a:pt x="120396" y="163259"/>
                      </a:lnTo>
                      <a:close/>
                      <a:moveTo>
                        <a:pt x="235363" y="163259"/>
                      </a:moveTo>
                      <a:lnTo>
                        <a:pt x="313563" y="163259"/>
                      </a:lnTo>
                      <a:lnTo>
                        <a:pt x="313563" y="145828"/>
                      </a:lnTo>
                      <a:lnTo>
                        <a:pt x="235363" y="145828"/>
                      </a:lnTo>
                      <a:lnTo>
                        <a:pt x="235363" y="163259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1" name="Google Shape;891;p28"/>
                <p:cNvSpPr/>
                <p:nvPr/>
              </p:nvSpPr>
              <p:spPr>
                <a:xfrm>
                  <a:off x="7425594" y="1639728"/>
                  <a:ext cx="353948" cy="180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3948" h="180117" extrusionOk="0">
                      <a:moveTo>
                        <a:pt x="0" y="0"/>
                      </a:moveTo>
                      <a:lnTo>
                        <a:pt x="353949" y="0"/>
                      </a:lnTo>
                      <a:lnTo>
                        <a:pt x="353949" y="180118"/>
                      </a:lnTo>
                      <a:lnTo>
                        <a:pt x="0" y="180118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892" name="Google Shape;892;p28"/>
            <p:cNvGrpSpPr/>
            <p:nvPr/>
          </p:nvGrpSpPr>
          <p:grpSpPr>
            <a:xfrm>
              <a:off x="7810967" y="2543174"/>
              <a:ext cx="1047787" cy="27232"/>
              <a:chOff x="7384446" y="3573113"/>
              <a:chExt cx="952880" cy="24765"/>
            </a:xfrm>
          </p:grpSpPr>
          <p:sp>
            <p:nvSpPr>
              <p:cNvPr id="893" name="Google Shape;893;p28"/>
              <p:cNvSpPr/>
              <p:nvPr/>
            </p:nvSpPr>
            <p:spPr>
              <a:xfrm>
                <a:off x="7396162" y="3585495"/>
                <a:ext cx="929354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29354" h="9525" extrusionOk="0">
                    <a:moveTo>
                      <a:pt x="929354" y="0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accent4"/>
              </a:solidFill>
              <a:ln w="10950" cap="flat" cmpd="sng">
                <a:solidFill>
                  <a:schemeClr val="accent4"/>
                </a:solidFill>
                <a:prstDash val="dashDot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4" name="Google Shape;894;p28"/>
              <p:cNvSpPr/>
              <p:nvPr/>
            </p:nvSpPr>
            <p:spPr>
              <a:xfrm>
                <a:off x="8312562" y="3573113"/>
                <a:ext cx="24764" cy="24765"/>
              </a:xfrm>
              <a:custGeom>
                <a:avLst/>
                <a:gdLst/>
                <a:ahLst/>
                <a:cxnLst/>
                <a:rect l="l" t="t" r="r" b="b"/>
                <a:pathLst>
                  <a:path w="24764" h="24765" extrusionOk="0">
                    <a:moveTo>
                      <a:pt x="12382" y="0"/>
                    </a:moveTo>
                    <a:cubicBezTo>
                      <a:pt x="19240" y="0"/>
                      <a:pt x="24765" y="5524"/>
                      <a:pt x="24765" y="12382"/>
                    </a:cubicBezTo>
                    <a:cubicBezTo>
                      <a:pt x="24765" y="19240"/>
                      <a:pt x="19240" y="24765"/>
                      <a:pt x="12382" y="24765"/>
                    </a:cubicBezTo>
                    <a:cubicBezTo>
                      <a:pt x="5524" y="24765"/>
                      <a:pt x="0" y="19240"/>
                      <a:pt x="0" y="12382"/>
                    </a:cubicBezTo>
                    <a:cubicBezTo>
                      <a:pt x="0" y="5524"/>
                      <a:pt x="5524" y="0"/>
                      <a:pt x="1238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5" name="Google Shape;895;p28"/>
              <p:cNvSpPr/>
              <p:nvPr/>
            </p:nvSpPr>
            <p:spPr>
              <a:xfrm>
                <a:off x="7384446" y="3573113"/>
                <a:ext cx="24764" cy="24765"/>
              </a:xfrm>
              <a:custGeom>
                <a:avLst/>
                <a:gdLst/>
                <a:ahLst/>
                <a:cxnLst/>
                <a:rect l="l" t="t" r="r" b="b"/>
                <a:pathLst>
                  <a:path w="24764" h="24765" extrusionOk="0">
                    <a:moveTo>
                      <a:pt x="12382" y="0"/>
                    </a:moveTo>
                    <a:cubicBezTo>
                      <a:pt x="5524" y="0"/>
                      <a:pt x="0" y="5524"/>
                      <a:pt x="0" y="12382"/>
                    </a:cubicBezTo>
                    <a:cubicBezTo>
                      <a:pt x="0" y="19240"/>
                      <a:pt x="5524" y="24765"/>
                      <a:pt x="12382" y="24765"/>
                    </a:cubicBezTo>
                    <a:cubicBezTo>
                      <a:pt x="19240" y="24765"/>
                      <a:pt x="24765" y="19240"/>
                      <a:pt x="24765" y="12382"/>
                    </a:cubicBezTo>
                    <a:cubicBezTo>
                      <a:pt x="24765" y="5524"/>
                      <a:pt x="19240" y="0"/>
                      <a:pt x="1238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96" name="Google Shape;896;p28"/>
            <p:cNvGrpSpPr/>
            <p:nvPr/>
          </p:nvGrpSpPr>
          <p:grpSpPr>
            <a:xfrm>
              <a:off x="8348540" y="2013384"/>
              <a:ext cx="657643" cy="856749"/>
              <a:chOff x="-2" y="3134666"/>
              <a:chExt cx="498554" cy="649495"/>
            </a:xfrm>
          </p:grpSpPr>
          <p:grpSp>
            <p:nvGrpSpPr>
              <p:cNvPr id="897" name="Google Shape;897;p28"/>
              <p:cNvGrpSpPr/>
              <p:nvPr/>
            </p:nvGrpSpPr>
            <p:grpSpPr>
              <a:xfrm>
                <a:off x="-2" y="3134666"/>
                <a:ext cx="498554" cy="649495"/>
                <a:chOff x="895350" y="4265199"/>
                <a:chExt cx="598074" cy="779145"/>
              </a:xfrm>
            </p:grpSpPr>
            <p:sp>
              <p:nvSpPr>
                <p:cNvPr id="898" name="Google Shape;898;p28"/>
                <p:cNvSpPr/>
                <p:nvPr/>
              </p:nvSpPr>
              <p:spPr>
                <a:xfrm>
                  <a:off x="895350" y="4265199"/>
                  <a:ext cx="598074" cy="7791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8074" h="779145" extrusionOk="0">
                      <a:moveTo>
                        <a:pt x="557022" y="0"/>
                      </a:moveTo>
                      <a:cubicBezTo>
                        <a:pt x="579695" y="0"/>
                        <a:pt x="598075" y="18380"/>
                        <a:pt x="598075" y="41053"/>
                      </a:cubicBezTo>
                      <a:lnTo>
                        <a:pt x="598075" y="738092"/>
                      </a:lnTo>
                      <a:cubicBezTo>
                        <a:pt x="598075" y="760765"/>
                        <a:pt x="579695" y="779145"/>
                        <a:pt x="557022" y="779145"/>
                      </a:cubicBezTo>
                      <a:lnTo>
                        <a:pt x="41053" y="779145"/>
                      </a:lnTo>
                      <a:cubicBezTo>
                        <a:pt x="18380" y="779145"/>
                        <a:pt x="0" y="760765"/>
                        <a:pt x="0" y="738092"/>
                      </a:cubicBezTo>
                      <a:lnTo>
                        <a:pt x="0" y="41053"/>
                      </a:lnTo>
                      <a:cubicBezTo>
                        <a:pt x="0" y="18380"/>
                        <a:pt x="18380" y="0"/>
                        <a:pt x="41053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99" name="Google Shape;899;p28"/>
                <p:cNvGrpSpPr/>
                <p:nvPr/>
              </p:nvGrpSpPr>
              <p:grpSpPr>
                <a:xfrm>
                  <a:off x="1284732" y="4296441"/>
                  <a:ext cx="164876" cy="41528"/>
                  <a:chOff x="1284732" y="4296441"/>
                  <a:chExt cx="164876" cy="41528"/>
                </a:xfrm>
              </p:grpSpPr>
              <p:sp>
                <p:nvSpPr>
                  <p:cNvPr id="900" name="Google Shape;900;p28"/>
                  <p:cNvSpPr/>
                  <p:nvPr/>
                </p:nvSpPr>
                <p:spPr>
                  <a:xfrm>
                    <a:off x="1408080" y="4296441"/>
                    <a:ext cx="41528" cy="415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28" h="41528" extrusionOk="0">
                        <a:moveTo>
                          <a:pt x="41529" y="20764"/>
                        </a:moveTo>
                        <a:cubicBezTo>
                          <a:pt x="41529" y="32290"/>
                          <a:pt x="32194" y="41529"/>
                          <a:pt x="20764" y="41529"/>
                        </a:cubicBezTo>
                        <a:cubicBezTo>
                          <a:pt x="9334" y="41529"/>
                          <a:pt x="0" y="32195"/>
                          <a:pt x="0" y="20764"/>
                        </a:cubicBezTo>
                        <a:cubicBezTo>
                          <a:pt x="0" y="9334"/>
                          <a:pt x="9334" y="0"/>
                          <a:pt x="20764" y="0"/>
                        </a:cubicBezTo>
                        <a:cubicBezTo>
                          <a:pt x="32194" y="0"/>
                          <a:pt x="41529" y="9334"/>
                          <a:pt x="41529" y="20764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01" name="Google Shape;901;p28"/>
                  <p:cNvSpPr/>
                  <p:nvPr/>
                </p:nvSpPr>
                <p:spPr>
                  <a:xfrm>
                    <a:off x="1346358" y="4296441"/>
                    <a:ext cx="41529" cy="415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29" h="41528" extrusionOk="0">
                        <a:moveTo>
                          <a:pt x="41529" y="20764"/>
                        </a:moveTo>
                        <a:cubicBezTo>
                          <a:pt x="41529" y="32290"/>
                          <a:pt x="32195" y="41529"/>
                          <a:pt x="20765" y="41529"/>
                        </a:cubicBezTo>
                        <a:cubicBezTo>
                          <a:pt x="9335" y="41529"/>
                          <a:pt x="0" y="32195"/>
                          <a:pt x="0" y="20764"/>
                        </a:cubicBezTo>
                        <a:cubicBezTo>
                          <a:pt x="0" y="9334"/>
                          <a:pt x="9335" y="0"/>
                          <a:pt x="20765" y="0"/>
                        </a:cubicBezTo>
                        <a:cubicBezTo>
                          <a:pt x="32195" y="0"/>
                          <a:pt x="41529" y="9334"/>
                          <a:pt x="41529" y="20764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02" name="Google Shape;902;p28"/>
                  <p:cNvSpPr/>
                  <p:nvPr/>
                </p:nvSpPr>
                <p:spPr>
                  <a:xfrm>
                    <a:off x="1284732" y="4296441"/>
                    <a:ext cx="41529" cy="415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29" h="41528" extrusionOk="0">
                        <a:moveTo>
                          <a:pt x="41529" y="20764"/>
                        </a:moveTo>
                        <a:cubicBezTo>
                          <a:pt x="41529" y="32290"/>
                          <a:pt x="32194" y="41529"/>
                          <a:pt x="20765" y="41529"/>
                        </a:cubicBezTo>
                        <a:cubicBezTo>
                          <a:pt x="9334" y="41529"/>
                          <a:pt x="0" y="32195"/>
                          <a:pt x="0" y="20764"/>
                        </a:cubicBezTo>
                        <a:cubicBezTo>
                          <a:pt x="0" y="9334"/>
                          <a:pt x="9334" y="0"/>
                          <a:pt x="20765" y="0"/>
                        </a:cubicBezTo>
                        <a:cubicBezTo>
                          <a:pt x="32194" y="0"/>
                          <a:pt x="41529" y="9334"/>
                          <a:pt x="41529" y="20764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903" name="Google Shape;903;p28"/>
              <p:cNvGrpSpPr/>
              <p:nvPr/>
            </p:nvGrpSpPr>
            <p:grpSpPr>
              <a:xfrm>
                <a:off x="59230" y="3269171"/>
                <a:ext cx="382391" cy="400019"/>
                <a:chOff x="966406" y="4426553"/>
                <a:chExt cx="458723" cy="479869"/>
              </a:xfrm>
            </p:grpSpPr>
            <p:sp>
              <p:nvSpPr>
                <p:cNvPr id="904" name="Google Shape;904;p28"/>
                <p:cNvSpPr/>
                <p:nvPr/>
              </p:nvSpPr>
              <p:spPr>
                <a:xfrm>
                  <a:off x="966406" y="4697825"/>
                  <a:ext cx="456723" cy="2085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6723" h="208597" extrusionOk="0">
                      <a:moveTo>
                        <a:pt x="51340" y="93250"/>
                      </a:moveTo>
                      <a:lnTo>
                        <a:pt x="0" y="93250"/>
                      </a:lnTo>
                      <a:lnTo>
                        <a:pt x="0" y="115443"/>
                      </a:lnTo>
                      <a:lnTo>
                        <a:pt x="51340" y="115443"/>
                      </a:lnTo>
                      <a:lnTo>
                        <a:pt x="51340" y="93250"/>
                      </a:lnTo>
                      <a:close/>
                      <a:moveTo>
                        <a:pt x="236601" y="162020"/>
                      </a:moveTo>
                      <a:lnTo>
                        <a:pt x="376904" y="162020"/>
                      </a:lnTo>
                      <a:lnTo>
                        <a:pt x="376904" y="139827"/>
                      </a:lnTo>
                      <a:lnTo>
                        <a:pt x="236601" y="139827"/>
                      </a:lnTo>
                      <a:lnTo>
                        <a:pt x="236601" y="162020"/>
                      </a:lnTo>
                      <a:close/>
                      <a:moveTo>
                        <a:pt x="376809" y="0"/>
                      </a:moveTo>
                      <a:lnTo>
                        <a:pt x="48863" y="0"/>
                      </a:lnTo>
                      <a:lnTo>
                        <a:pt x="48863" y="22193"/>
                      </a:lnTo>
                      <a:lnTo>
                        <a:pt x="376809" y="22193"/>
                      </a:lnTo>
                      <a:lnTo>
                        <a:pt x="376809" y="0"/>
                      </a:lnTo>
                      <a:close/>
                      <a:moveTo>
                        <a:pt x="0" y="208597"/>
                      </a:moveTo>
                      <a:lnTo>
                        <a:pt x="127349" y="208597"/>
                      </a:lnTo>
                      <a:lnTo>
                        <a:pt x="127349" y="186404"/>
                      </a:lnTo>
                      <a:lnTo>
                        <a:pt x="0" y="186404"/>
                      </a:lnTo>
                      <a:lnTo>
                        <a:pt x="0" y="208597"/>
                      </a:lnTo>
                      <a:close/>
                      <a:moveTo>
                        <a:pt x="97917" y="46577"/>
                      </a:moveTo>
                      <a:lnTo>
                        <a:pt x="0" y="46577"/>
                      </a:lnTo>
                      <a:lnTo>
                        <a:pt x="0" y="68771"/>
                      </a:lnTo>
                      <a:lnTo>
                        <a:pt x="97917" y="68771"/>
                      </a:lnTo>
                      <a:lnTo>
                        <a:pt x="97917" y="46577"/>
                      </a:lnTo>
                      <a:close/>
                      <a:moveTo>
                        <a:pt x="67056" y="115348"/>
                      </a:moveTo>
                      <a:lnTo>
                        <a:pt x="265557" y="115348"/>
                      </a:lnTo>
                      <a:lnTo>
                        <a:pt x="265557" y="93154"/>
                      </a:lnTo>
                      <a:lnTo>
                        <a:pt x="67056" y="93154"/>
                      </a:lnTo>
                      <a:lnTo>
                        <a:pt x="67056" y="115348"/>
                      </a:lnTo>
                      <a:close/>
                      <a:moveTo>
                        <a:pt x="210026" y="139732"/>
                      </a:moveTo>
                      <a:lnTo>
                        <a:pt x="0" y="139732"/>
                      </a:lnTo>
                      <a:lnTo>
                        <a:pt x="0" y="161925"/>
                      </a:lnTo>
                      <a:lnTo>
                        <a:pt x="210122" y="161925"/>
                      </a:lnTo>
                      <a:lnTo>
                        <a:pt x="210122" y="139732"/>
                      </a:lnTo>
                      <a:close/>
                      <a:moveTo>
                        <a:pt x="281369" y="115348"/>
                      </a:moveTo>
                      <a:lnTo>
                        <a:pt x="456724" y="115348"/>
                      </a:lnTo>
                      <a:lnTo>
                        <a:pt x="456724" y="93154"/>
                      </a:lnTo>
                      <a:lnTo>
                        <a:pt x="281369" y="93154"/>
                      </a:lnTo>
                      <a:lnTo>
                        <a:pt x="281369" y="115348"/>
                      </a:lnTo>
                      <a:close/>
                      <a:moveTo>
                        <a:pt x="124397" y="68771"/>
                      </a:moveTo>
                      <a:lnTo>
                        <a:pt x="456629" y="68771"/>
                      </a:lnTo>
                      <a:lnTo>
                        <a:pt x="456629" y="46577"/>
                      </a:lnTo>
                      <a:lnTo>
                        <a:pt x="124397" y="46577"/>
                      </a:lnTo>
                      <a:lnTo>
                        <a:pt x="124397" y="68771"/>
                      </a:lnTo>
                      <a:close/>
                      <a:moveTo>
                        <a:pt x="390144" y="0"/>
                      </a:moveTo>
                      <a:lnTo>
                        <a:pt x="390144" y="22193"/>
                      </a:lnTo>
                      <a:lnTo>
                        <a:pt x="456629" y="22193"/>
                      </a:lnTo>
                      <a:lnTo>
                        <a:pt x="456629" y="0"/>
                      </a:lnTo>
                      <a:lnTo>
                        <a:pt x="390144" y="0"/>
                      </a:lnTo>
                      <a:close/>
                      <a:moveTo>
                        <a:pt x="403289" y="162020"/>
                      </a:moveTo>
                      <a:lnTo>
                        <a:pt x="456629" y="162020"/>
                      </a:lnTo>
                      <a:lnTo>
                        <a:pt x="456629" y="139827"/>
                      </a:lnTo>
                      <a:lnTo>
                        <a:pt x="403289" y="139827"/>
                      </a:lnTo>
                      <a:lnTo>
                        <a:pt x="403289" y="162020"/>
                      </a:lnTo>
                      <a:close/>
                      <a:moveTo>
                        <a:pt x="153734" y="208597"/>
                      </a:moveTo>
                      <a:lnTo>
                        <a:pt x="284893" y="208597"/>
                      </a:lnTo>
                      <a:lnTo>
                        <a:pt x="284893" y="186404"/>
                      </a:lnTo>
                      <a:lnTo>
                        <a:pt x="153734" y="186404"/>
                      </a:lnTo>
                      <a:lnTo>
                        <a:pt x="153734" y="208597"/>
                      </a:lnTo>
                      <a:close/>
                      <a:moveTo>
                        <a:pt x="300704" y="208597"/>
                      </a:moveTo>
                      <a:lnTo>
                        <a:pt x="400622" y="208597"/>
                      </a:lnTo>
                      <a:lnTo>
                        <a:pt x="400622" y="186404"/>
                      </a:lnTo>
                      <a:lnTo>
                        <a:pt x="300704" y="186404"/>
                      </a:lnTo>
                      <a:lnTo>
                        <a:pt x="300704" y="20859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5" name="Google Shape;905;p28"/>
                <p:cNvSpPr/>
                <p:nvPr/>
              </p:nvSpPr>
              <p:spPr>
                <a:xfrm>
                  <a:off x="972883" y="4426553"/>
                  <a:ext cx="452246" cy="2302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246" h="230219" extrusionOk="0">
                      <a:moveTo>
                        <a:pt x="0" y="0"/>
                      </a:moveTo>
                      <a:lnTo>
                        <a:pt x="452247" y="0"/>
                      </a:lnTo>
                      <a:lnTo>
                        <a:pt x="452247" y="230219"/>
                      </a:lnTo>
                      <a:lnTo>
                        <a:pt x="0" y="230219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06" name="Google Shape;906;p28"/>
            <p:cNvGrpSpPr/>
            <p:nvPr/>
          </p:nvGrpSpPr>
          <p:grpSpPr>
            <a:xfrm>
              <a:off x="5165167" y="2950875"/>
              <a:ext cx="645598" cy="1166771"/>
              <a:chOff x="5165167" y="2950875"/>
              <a:chExt cx="645598" cy="1166771"/>
            </a:xfrm>
          </p:grpSpPr>
          <p:grpSp>
            <p:nvGrpSpPr>
              <p:cNvPr id="907" name="Google Shape;907;p28"/>
              <p:cNvGrpSpPr/>
              <p:nvPr/>
            </p:nvGrpSpPr>
            <p:grpSpPr>
              <a:xfrm>
                <a:off x="5165167" y="2950875"/>
                <a:ext cx="645598" cy="1166771"/>
                <a:chOff x="1024660" y="3708890"/>
                <a:chExt cx="489423" cy="884520"/>
              </a:xfrm>
            </p:grpSpPr>
            <p:grpSp>
              <p:nvGrpSpPr>
                <p:cNvPr id="908" name="Google Shape;908;p28"/>
                <p:cNvGrpSpPr/>
                <p:nvPr/>
              </p:nvGrpSpPr>
              <p:grpSpPr>
                <a:xfrm>
                  <a:off x="1024660" y="3708890"/>
                  <a:ext cx="489423" cy="884520"/>
                  <a:chOff x="2124551" y="4954047"/>
                  <a:chExt cx="587120" cy="1061085"/>
                </a:xfrm>
              </p:grpSpPr>
              <p:sp>
                <p:nvSpPr>
                  <p:cNvPr id="909" name="Google Shape;909;p28"/>
                  <p:cNvSpPr/>
                  <p:nvPr/>
                </p:nvSpPr>
                <p:spPr>
                  <a:xfrm>
                    <a:off x="2124551" y="4954047"/>
                    <a:ext cx="587120" cy="10610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7120" h="1061085" extrusionOk="0">
                        <a:moveTo>
                          <a:pt x="91440" y="0"/>
                        </a:moveTo>
                        <a:lnTo>
                          <a:pt x="495681" y="0"/>
                        </a:lnTo>
                        <a:cubicBezTo>
                          <a:pt x="546163" y="0"/>
                          <a:pt x="587121" y="40958"/>
                          <a:pt x="587121" y="91440"/>
                        </a:cubicBezTo>
                        <a:lnTo>
                          <a:pt x="587121" y="969645"/>
                        </a:lnTo>
                        <a:cubicBezTo>
                          <a:pt x="587121" y="1020128"/>
                          <a:pt x="546163" y="1061085"/>
                          <a:pt x="495681" y="1061085"/>
                        </a:cubicBezTo>
                        <a:lnTo>
                          <a:pt x="91440" y="1061085"/>
                        </a:lnTo>
                        <a:cubicBezTo>
                          <a:pt x="40958" y="1061085"/>
                          <a:pt x="0" y="1020128"/>
                          <a:pt x="0" y="969645"/>
                        </a:cubicBezTo>
                        <a:lnTo>
                          <a:pt x="0" y="91440"/>
                        </a:lnTo>
                        <a:cubicBezTo>
                          <a:pt x="0" y="40958"/>
                          <a:pt x="40958" y="0"/>
                          <a:pt x="91440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10" name="Google Shape;910;p28"/>
                  <p:cNvSpPr/>
                  <p:nvPr/>
                </p:nvSpPr>
                <p:spPr>
                  <a:xfrm>
                    <a:off x="2339530" y="4987099"/>
                    <a:ext cx="157162" cy="255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7162" h="25527" extrusionOk="0">
                        <a:moveTo>
                          <a:pt x="144399" y="25527"/>
                        </a:moveTo>
                        <a:lnTo>
                          <a:pt x="12764" y="25527"/>
                        </a:lnTo>
                        <a:cubicBezTo>
                          <a:pt x="5715" y="25527"/>
                          <a:pt x="0" y="19812"/>
                          <a:pt x="0" y="12764"/>
                        </a:cubicBezTo>
                        <a:lnTo>
                          <a:pt x="0" y="12764"/>
                        </a:lnTo>
                        <a:cubicBezTo>
                          <a:pt x="0" y="5715"/>
                          <a:pt x="5715" y="0"/>
                          <a:pt x="12764" y="0"/>
                        </a:cubicBezTo>
                        <a:lnTo>
                          <a:pt x="144399" y="0"/>
                        </a:lnTo>
                        <a:cubicBezTo>
                          <a:pt x="151448" y="0"/>
                          <a:pt x="157163" y="5715"/>
                          <a:pt x="157163" y="12764"/>
                        </a:cubicBezTo>
                        <a:lnTo>
                          <a:pt x="157163" y="12764"/>
                        </a:lnTo>
                        <a:cubicBezTo>
                          <a:pt x="157163" y="19812"/>
                          <a:pt x="151448" y="25527"/>
                          <a:pt x="144399" y="25527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911" name="Google Shape;911;p28"/>
                <p:cNvSpPr/>
                <p:nvPr/>
              </p:nvSpPr>
              <p:spPr>
                <a:xfrm>
                  <a:off x="1059199" y="3818860"/>
                  <a:ext cx="419712" cy="6476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4158" h="777906" extrusionOk="0">
                      <a:moveTo>
                        <a:pt x="0" y="0"/>
                      </a:moveTo>
                      <a:lnTo>
                        <a:pt x="504158" y="0"/>
                      </a:lnTo>
                      <a:lnTo>
                        <a:pt x="504158" y="777907"/>
                      </a:lnTo>
                      <a:lnTo>
                        <a:pt x="0" y="777907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912" name="Google Shape;912;p28"/>
                <p:cNvGrpSpPr/>
                <p:nvPr/>
              </p:nvGrpSpPr>
              <p:grpSpPr>
                <a:xfrm>
                  <a:off x="1108189" y="4182116"/>
                  <a:ext cx="322524" cy="131011"/>
                  <a:chOff x="2224754" y="5521737"/>
                  <a:chExt cx="386905" cy="157163"/>
                </a:xfrm>
              </p:grpSpPr>
              <p:grpSp>
                <p:nvGrpSpPr>
                  <p:cNvPr id="913" name="Google Shape;913;p28"/>
                  <p:cNvGrpSpPr/>
                  <p:nvPr/>
                </p:nvGrpSpPr>
                <p:grpSpPr>
                  <a:xfrm>
                    <a:off x="2224754" y="5521737"/>
                    <a:ext cx="386905" cy="157163"/>
                    <a:chOff x="2224754" y="5521737"/>
                    <a:chExt cx="386905" cy="157163"/>
                  </a:xfrm>
                </p:grpSpPr>
                <p:grpSp>
                  <p:nvGrpSpPr>
                    <p:cNvPr id="914" name="Google Shape;914;p28"/>
                    <p:cNvGrpSpPr/>
                    <p:nvPr/>
                  </p:nvGrpSpPr>
                  <p:grpSpPr>
                    <a:xfrm>
                      <a:off x="2224754" y="5521737"/>
                      <a:ext cx="386905" cy="65532"/>
                      <a:chOff x="2224754" y="5521737"/>
                      <a:chExt cx="386905" cy="65532"/>
                    </a:xfrm>
                  </p:grpSpPr>
                  <p:sp>
                    <p:nvSpPr>
                      <p:cNvPr id="915" name="Google Shape;915;p28"/>
                      <p:cNvSpPr/>
                      <p:nvPr/>
                    </p:nvSpPr>
                    <p:spPr>
                      <a:xfrm>
                        <a:off x="2224754" y="5521737"/>
                        <a:ext cx="386905" cy="65532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86905" h="65532" extrusionOk="0">
                            <a:moveTo>
                              <a:pt x="386810" y="15049"/>
                            </a:moveTo>
                            <a:lnTo>
                              <a:pt x="386810" y="50482"/>
                            </a:lnTo>
                            <a:cubicBezTo>
                              <a:pt x="386810" y="58769"/>
                              <a:pt x="380143" y="65532"/>
                              <a:pt x="371856" y="65532"/>
                            </a:cubicBezTo>
                            <a:lnTo>
                              <a:pt x="14954" y="65532"/>
                            </a:lnTo>
                            <a:cubicBezTo>
                              <a:pt x="14288" y="65532"/>
                              <a:pt x="13525" y="65532"/>
                              <a:pt x="12859" y="65341"/>
                            </a:cubicBezTo>
                            <a:cubicBezTo>
                              <a:pt x="5524" y="64294"/>
                              <a:pt x="0" y="58102"/>
                              <a:pt x="0" y="50482"/>
                            </a:cubicBezTo>
                            <a:lnTo>
                              <a:pt x="0" y="15049"/>
                            </a:lnTo>
                            <a:cubicBezTo>
                              <a:pt x="0" y="6762"/>
                              <a:pt x="6667" y="0"/>
                              <a:pt x="15049" y="0"/>
                            </a:cubicBezTo>
                            <a:lnTo>
                              <a:pt x="371951" y="0"/>
                            </a:lnTo>
                            <a:cubicBezTo>
                              <a:pt x="379476" y="0"/>
                              <a:pt x="385667" y="5619"/>
                              <a:pt x="386715" y="12859"/>
                            </a:cubicBezTo>
                            <a:cubicBezTo>
                              <a:pt x="386810" y="13525"/>
                              <a:pt x="386905" y="14288"/>
                              <a:pt x="386905" y="15049"/>
                            </a:cubicBez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916" name="Google Shape;916;p28"/>
                      <p:cNvSpPr/>
                      <p:nvPr/>
                    </p:nvSpPr>
                    <p:spPr>
                      <a:xfrm>
                        <a:off x="2237422" y="5534405"/>
                        <a:ext cx="374141" cy="52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4141" h="52864" extrusionOk="0">
                            <a:moveTo>
                              <a:pt x="374142" y="2381"/>
                            </a:moveTo>
                            <a:lnTo>
                              <a:pt x="374142" y="37815"/>
                            </a:lnTo>
                            <a:cubicBezTo>
                              <a:pt x="374142" y="46101"/>
                              <a:pt x="367475" y="52864"/>
                              <a:pt x="359188" y="52864"/>
                            </a:cubicBezTo>
                            <a:lnTo>
                              <a:pt x="2286" y="52864"/>
                            </a:lnTo>
                            <a:cubicBezTo>
                              <a:pt x="1619" y="52864"/>
                              <a:pt x="857" y="52864"/>
                              <a:pt x="191" y="52674"/>
                            </a:cubicBezTo>
                            <a:cubicBezTo>
                              <a:pt x="95" y="52007"/>
                              <a:pt x="0" y="51245"/>
                              <a:pt x="0" y="50578"/>
                            </a:cubicBezTo>
                            <a:lnTo>
                              <a:pt x="0" y="15050"/>
                            </a:lnTo>
                            <a:cubicBezTo>
                              <a:pt x="0" y="6763"/>
                              <a:pt x="6668" y="0"/>
                              <a:pt x="14954" y="0"/>
                            </a:cubicBezTo>
                            <a:lnTo>
                              <a:pt x="371856" y="0"/>
                            </a:lnTo>
                            <a:cubicBezTo>
                              <a:pt x="372523" y="0"/>
                              <a:pt x="373285" y="0"/>
                              <a:pt x="373952" y="191"/>
                            </a:cubicBezTo>
                            <a:cubicBezTo>
                              <a:pt x="374047" y="858"/>
                              <a:pt x="374142" y="1620"/>
                              <a:pt x="374142" y="2381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917" name="Google Shape;917;p28"/>
                    <p:cNvGrpSpPr/>
                    <p:nvPr/>
                  </p:nvGrpSpPr>
                  <p:grpSpPr>
                    <a:xfrm>
                      <a:off x="2224754" y="5613368"/>
                      <a:ext cx="386905" cy="65532"/>
                      <a:chOff x="2224754" y="5613368"/>
                      <a:chExt cx="386905" cy="65532"/>
                    </a:xfrm>
                  </p:grpSpPr>
                  <p:sp>
                    <p:nvSpPr>
                      <p:cNvPr id="918" name="Google Shape;918;p28"/>
                      <p:cNvSpPr/>
                      <p:nvPr/>
                    </p:nvSpPr>
                    <p:spPr>
                      <a:xfrm>
                        <a:off x="2224754" y="5613368"/>
                        <a:ext cx="386905" cy="65532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86905" h="65532" extrusionOk="0">
                            <a:moveTo>
                              <a:pt x="386810" y="15049"/>
                            </a:moveTo>
                            <a:lnTo>
                              <a:pt x="386810" y="50482"/>
                            </a:lnTo>
                            <a:cubicBezTo>
                              <a:pt x="386810" y="58769"/>
                              <a:pt x="380143" y="65532"/>
                              <a:pt x="371856" y="65532"/>
                            </a:cubicBezTo>
                            <a:lnTo>
                              <a:pt x="14954" y="65532"/>
                            </a:lnTo>
                            <a:cubicBezTo>
                              <a:pt x="14288" y="65532"/>
                              <a:pt x="13525" y="65532"/>
                              <a:pt x="12859" y="65341"/>
                            </a:cubicBezTo>
                            <a:cubicBezTo>
                              <a:pt x="5524" y="64294"/>
                              <a:pt x="0" y="58102"/>
                              <a:pt x="0" y="50482"/>
                            </a:cubicBezTo>
                            <a:lnTo>
                              <a:pt x="0" y="15049"/>
                            </a:lnTo>
                            <a:cubicBezTo>
                              <a:pt x="0" y="6762"/>
                              <a:pt x="6667" y="0"/>
                              <a:pt x="15049" y="0"/>
                            </a:cubicBezTo>
                            <a:lnTo>
                              <a:pt x="371951" y="0"/>
                            </a:lnTo>
                            <a:cubicBezTo>
                              <a:pt x="379476" y="0"/>
                              <a:pt x="385667" y="5619"/>
                              <a:pt x="386715" y="12859"/>
                            </a:cubicBezTo>
                            <a:cubicBezTo>
                              <a:pt x="386810" y="13525"/>
                              <a:pt x="386905" y="14288"/>
                              <a:pt x="386905" y="15049"/>
                            </a:cubicBez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919" name="Google Shape;919;p28"/>
                      <p:cNvSpPr/>
                      <p:nvPr/>
                    </p:nvSpPr>
                    <p:spPr>
                      <a:xfrm>
                        <a:off x="2237422" y="5626036"/>
                        <a:ext cx="374141" cy="52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4141" h="52864" extrusionOk="0">
                            <a:moveTo>
                              <a:pt x="374142" y="2381"/>
                            </a:moveTo>
                            <a:lnTo>
                              <a:pt x="374142" y="37815"/>
                            </a:lnTo>
                            <a:cubicBezTo>
                              <a:pt x="374142" y="46101"/>
                              <a:pt x="367475" y="52864"/>
                              <a:pt x="359188" y="52864"/>
                            </a:cubicBezTo>
                            <a:lnTo>
                              <a:pt x="2286" y="52864"/>
                            </a:lnTo>
                            <a:cubicBezTo>
                              <a:pt x="1619" y="52864"/>
                              <a:pt x="857" y="52864"/>
                              <a:pt x="191" y="52674"/>
                            </a:cubicBezTo>
                            <a:cubicBezTo>
                              <a:pt x="95" y="52007"/>
                              <a:pt x="0" y="51245"/>
                              <a:pt x="0" y="50578"/>
                            </a:cubicBezTo>
                            <a:lnTo>
                              <a:pt x="0" y="15050"/>
                            </a:lnTo>
                            <a:cubicBezTo>
                              <a:pt x="0" y="6763"/>
                              <a:pt x="6668" y="0"/>
                              <a:pt x="14954" y="0"/>
                            </a:cubicBezTo>
                            <a:lnTo>
                              <a:pt x="371856" y="0"/>
                            </a:lnTo>
                            <a:cubicBezTo>
                              <a:pt x="372523" y="0"/>
                              <a:pt x="373285" y="0"/>
                              <a:pt x="373952" y="191"/>
                            </a:cubicBezTo>
                            <a:cubicBezTo>
                              <a:pt x="374047" y="858"/>
                              <a:pt x="374142" y="1620"/>
                              <a:pt x="374142" y="2381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920" name="Google Shape;920;p28"/>
                  <p:cNvGrpSpPr/>
                  <p:nvPr/>
                </p:nvGrpSpPr>
                <p:grpSpPr>
                  <a:xfrm>
                    <a:off x="2336863" y="5554217"/>
                    <a:ext cx="177355" cy="15050"/>
                    <a:chOff x="2336863" y="5554217"/>
                    <a:chExt cx="177355" cy="15050"/>
                  </a:xfrm>
                </p:grpSpPr>
                <p:sp>
                  <p:nvSpPr>
                    <p:cNvPr id="921" name="Google Shape;921;p28"/>
                    <p:cNvSpPr/>
                    <p:nvPr/>
                  </p:nvSpPr>
                  <p:spPr>
                    <a:xfrm>
                      <a:off x="2336863" y="5554218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49" y="7524"/>
                          </a:moveTo>
                          <a:cubicBezTo>
                            <a:pt x="15049" y="11680"/>
                            <a:pt x="11681" y="15049"/>
                            <a:pt x="7525" y="15049"/>
                          </a:cubicBezTo>
                          <a:cubicBezTo>
                            <a:pt x="3369" y="15049"/>
                            <a:pt x="0" y="11680"/>
                            <a:pt x="0" y="7524"/>
                          </a:cubicBezTo>
                          <a:cubicBezTo>
                            <a:pt x="0" y="3369"/>
                            <a:pt x="3369" y="0"/>
                            <a:pt x="7525" y="0"/>
                          </a:cubicBezTo>
                          <a:cubicBezTo>
                            <a:pt x="11681" y="0"/>
                            <a:pt x="15049" y="3369"/>
                            <a:pt x="15049" y="7524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22" name="Google Shape;922;p28"/>
                    <p:cNvSpPr/>
                    <p:nvPr/>
                  </p:nvSpPr>
                  <p:spPr>
                    <a:xfrm>
                      <a:off x="2377440" y="5554217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49" y="7525"/>
                          </a:moveTo>
                          <a:cubicBezTo>
                            <a:pt x="15049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49" y="3334"/>
                            <a:pt x="15049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23" name="Google Shape;923;p28"/>
                    <p:cNvSpPr/>
                    <p:nvPr/>
                  </p:nvSpPr>
                  <p:spPr>
                    <a:xfrm>
                      <a:off x="2418016" y="5554217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50" y="7525"/>
                          </a:moveTo>
                          <a:cubicBezTo>
                            <a:pt x="15050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50" y="3334"/>
                            <a:pt x="15050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24" name="Google Shape;924;p28"/>
                    <p:cNvSpPr/>
                    <p:nvPr/>
                  </p:nvSpPr>
                  <p:spPr>
                    <a:xfrm>
                      <a:off x="2458593" y="5554218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49" y="7524"/>
                          </a:moveTo>
                          <a:cubicBezTo>
                            <a:pt x="15049" y="11680"/>
                            <a:pt x="11680" y="15049"/>
                            <a:pt x="7525" y="15049"/>
                          </a:cubicBezTo>
                          <a:cubicBezTo>
                            <a:pt x="3369" y="15049"/>
                            <a:pt x="0" y="11680"/>
                            <a:pt x="0" y="7524"/>
                          </a:cubicBezTo>
                          <a:cubicBezTo>
                            <a:pt x="0" y="3369"/>
                            <a:pt x="3369" y="0"/>
                            <a:pt x="7525" y="0"/>
                          </a:cubicBezTo>
                          <a:cubicBezTo>
                            <a:pt x="11681" y="0"/>
                            <a:pt x="15049" y="3369"/>
                            <a:pt x="15049" y="7524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25" name="Google Shape;925;p28"/>
                    <p:cNvSpPr/>
                    <p:nvPr/>
                  </p:nvSpPr>
                  <p:spPr>
                    <a:xfrm>
                      <a:off x="2499169" y="5554217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50" y="7525"/>
                          </a:moveTo>
                          <a:cubicBezTo>
                            <a:pt x="15050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50" y="3334"/>
                            <a:pt x="15050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926" name="Google Shape;926;p28"/>
                  <p:cNvGrpSpPr/>
                  <p:nvPr/>
                </p:nvGrpSpPr>
                <p:grpSpPr>
                  <a:xfrm>
                    <a:off x="2336863" y="5641848"/>
                    <a:ext cx="177355" cy="15049"/>
                    <a:chOff x="2336863" y="5641848"/>
                    <a:chExt cx="177355" cy="15049"/>
                  </a:xfrm>
                </p:grpSpPr>
                <p:sp>
                  <p:nvSpPr>
                    <p:cNvPr id="927" name="Google Shape;927;p28"/>
                    <p:cNvSpPr/>
                    <p:nvPr/>
                  </p:nvSpPr>
                  <p:spPr>
                    <a:xfrm>
                      <a:off x="2336863" y="5641848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50" y="7525"/>
                          </a:moveTo>
                          <a:cubicBezTo>
                            <a:pt x="15050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50" y="3334"/>
                            <a:pt x="15050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28" name="Google Shape;928;p28"/>
                    <p:cNvSpPr/>
                    <p:nvPr/>
                  </p:nvSpPr>
                  <p:spPr>
                    <a:xfrm>
                      <a:off x="2377440" y="5641848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49" y="7525"/>
                          </a:moveTo>
                          <a:cubicBezTo>
                            <a:pt x="15049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49" y="3334"/>
                            <a:pt x="15049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29" name="Google Shape;929;p28"/>
                    <p:cNvSpPr/>
                    <p:nvPr/>
                  </p:nvSpPr>
                  <p:spPr>
                    <a:xfrm>
                      <a:off x="2418016" y="5641848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50" y="7525"/>
                          </a:moveTo>
                          <a:cubicBezTo>
                            <a:pt x="15050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50" y="3334"/>
                            <a:pt x="15050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30" name="Google Shape;930;p28"/>
                    <p:cNvSpPr/>
                    <p:nvPr/>
                  </p:nvSpPr>
                  <p:spPr>
                    <a:xfrm>
                      <a:off x="2458592" y="5641848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50" y="7525"/>
                          </a:moveTo>
                          <a:cubicBezTo>
                            <a:pt x="15050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50" y="3334"/>
                            <a:pt x="15050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31" name="Google Shape;931;p28"/>
                    <p:cNvSpPr/>
                    <p:nvPr/>
                  </p:nvSpPr>
                  <p:spPr>
                    <a:xfrm>
                      <a:off x="2499169" y="5641848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50" y="7525"/>
                          </a:moveTo>
                          <a:cubicBezTo>
                            <a:pt x="15050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50" y="3334"/>
                            <a:pt x="15050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932" name="Google Shape;932;p28"/>
                <p:cNvGrpSpPr/>
                <p:nvPr/>
              </p:nvGrpSpPr>
              <p:grpSpPr>
                <a:xfrm>
                  <a:off x="1161625" y="3903897"/>
                  <a:ext cx="215413" cy="215333"/>
                  <a:chOff x="2288857" y="5187981"/>
                  <a:chExt cx="258413" cy="258317"/>
                </a:xfrm>
              </p:grpSpPr>
              <p:sp>
                <p:nvSpPr>
                  <p:cNvPr id="933" name="Google Shape;933;p28"/>
                  <p:cNvSpPr/>
                  <p:nvPr/>
                </p:nvSpPr>
                <p:spPr>
                  <a:xfrm>
                    <a:off x="2288857" y="5187981"/>
                    <a:ext cx="258413" cy="2583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8413" h="258317" extrusionOk="0">
                        <a:moveTo>
                          <a:pt x="258413" y="129159"/>
                        </a:moveTo>
                        <a:cubicBezTo>
                          <a:pt x="258413" y="159544"/>
                          <a:pt x="247936" y="187452"/>
                          <a:pt x="230410" y="209454"/>
                        </a:cubicBezTo>
                        <a:cubicBezTo>
                          <a:pt x="206692" y="239268"/>
                          <a:pt x="170212" y="258318"/>
                          <a:pt x="129159" y="258318"/>
                        </a:cubicBezTo>
                        <a:cubicBezTo>
                          <a:pt x="88106" y="258318"/>
                          <a:pt x="51625" y="239268"/>
                          <a:pt x="28004" y="209454"/>
                        </a:cubicBezTo>
                        <a:cubicBezTo>
                          <a:pt x="27337" y="208597"/>
                          <a:pt x="26670" y="207740"/>
                          <a:pt x="26003" y="206788"/>
                        </a:cubicBezTo>
                        <a:cubicBezTo>
                          <a:pt x="9716" y="185166"/>
                          <a:pt x="0" y="158305"/>
                          <a:pt x="0" y="129159"/>
                        </a:cubicBezTo>
                        <a:cubicBezTo>
                          <a:pt x="0" y="57817"/>
                          <a:pt x="57817" y="0"/>
                          <a:pt x="129159" y="0"/>
                        </a:cubicBezTo>
                        <a:cubicBezTo>
                          <a:pt x="176784" y="0"/>
                          <a:pt x="218313" y="25717"/>
                          <a:pt x="240697" y="64008"/>
                        </a:cubicBezTo>
                        <a:cubicBezTo>
                          <a:pt x="251936" y="83153"/>
                          <a:pt x="258318" y="105442"/>
                          <a:pt x="258318" y="129159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34" name="Google Shape;934;p28"/>
                  <p:cNvSpPr/>
                  <p:nvPr/>
                </p:nvSpPr>
                <p:spPr>
                  <a:xfrm>
                    <a:off x="2316956" y="5234082"/>
                    <a:ext cx="202501" cy="2122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2501" h="212216" extrusionOk="0">
                        <a:moveTo>
                          <a:pt x="202406" y="163353"/>
                        </a:moveTo>
                        <a:cubicBezTo>
                          <a:pt x="178689" y="193167"/>
                          <a:pt x="142208" y="212217"/>
                          <a:pt x="101155" y="212217"/>
                        </a:cubicBezTo>
                        <a:cubicBezTo>
                          <a:pt x="60103" y="212217"/>
                          <a:pt x="23622" y="193167"/>
                          <a:pt x="0" y="163353"/>
                        </a:cubicBezTo>
                        <a:cubicBezTo>
                          <a:pt x="9525" y="122682"/>
                          <a:pt x="42958" y="91249"/>
                          <a:pt x="84677" y="84582"/>
                        </a:cubicBezTo>
                        <a:cubicBezTo>
                          <a:pt x="68675" y="78010"/>
                          <a:pt x="57341" y="62293"/>
                          <a:pt x="57341" y="43910"/>
                        </a:cubicBezTo>
                        <a:cubicBezTo>
                          <a:pt x="57341" y="19717"/>
                          <a:pt x="76962" y="0"/>
                          <a:pt x="101251" y="0"/>
                        </a:cubicBezTo>
                        <a:cubicBezTo>
                          <a:pt x="125539" y="0"/>
                          <a:pt x="145161" y="19717"/>
                          <a:pt x="145161" y="43910"/>
                        </a:cubicBezTo>
                        <a:cubicBezTo>
                          <a:pt x="145161" y="62293"/>
                          <a:pt x="133826" y="78010"/>
                          <a:pt x="117824" y="84582"/>
                        </a:cubicBezTo>
                        <a:cubicBezTo>
                          <a:pt x="159544" y="91249"/>
                          <a:pt x="192976" y="122682"/>
                          <a:pt x="202501" y="16335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935" name="Google Shape;935;p28"/>
              <p:cNvSpPr/>
              <p:nvPr/>
            </p:nvSpPr>
            <p:spPr>
              <a:xfrm>
                <a:off x="5401558" y="4012919"/>
                <a:ext cx="172878" cy="28080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25527" extrusionOk="0">
                    <a:moveTo>
                      <a:pt x="144399" y="25527"/>
                    </a:moveTo>
                    <a:lnTo>
                      <a:pt x="12764" y="25527"/>
                    </a:lnTo>
                    <a:cubicBezTo>
                      <a:pt x="5715" y="25527"/>
                      <a:pt x="0" y="19812"/>
                      <a:pt x="0" y="12764"/>
                    </a:cubicBezTo>
                    <a:lnTo>
                      <a:pt x="0" y="12764"/>
                    </a:lnTo>
                    <a:cubicBezTo>
                      <a:pt x="0" y="5715"/>
                      <a:pt x="5715" y="0"/>
                      <a:pt x="12764" y="0"/>
                    </a:cubicBezTo>
                    <a:lnTo>
                      <a:pt x="144399" y="0"/>
                    </a:lnTo>
                    <a:cubicBezTo>
                      <a:pt x="151448" y="0"/>
                      <a:pt x="157163" y="5715"/>
                      <a:pt x="157163" y="12764"/>
                    </a:cubicBezTo>
                    <a:lnTo>
                      <a:pt x="157163" y="12764"/>
                    </a:lnTo>
                    <a:cubicBezTo>
                      <a:pt x="157163" y="19812"/>
                      <a:pt x="151448" y="25527"/>
                      <a:pt x="144399" y="25527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30"/>
          <p:cNvSpPr txBox="1">
            <a:spLocks noGrp="1"/>
          </p:cNvSpPr>
          <p:nvPr>
            <p:ph type="title"/>
          </p:nvPr>
        </p:nvSpPr>
        <p:spPr>
          <a:xfrm>
            <a:off x="720000" y="27083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Alexandria ExtraBold" pitchFamily="2" charset="-78"/>
                <a:cs typeface="Alexandria ExtraBold" pitchFamily="2" charset="-78"/>
              </a:rPr>
              <a:t>Nội dung thuyết trình</a:t>
            </a:r>
            <a:endParaRPr sz="2400">
              <a:latin typeface="Alexandria ExtraBold" pitchFamily="2" charset="-78"/>
              <a:cs typeface="Alexandria ExtraBold" pitchFamily="2" charset="-78"/>
            </a:endParaRPr>
          </a:p>
        </p:txBody>
      </p:sp>
      <p:sp>
        <p:nvSpPr>
          <p:cNvPr id="950" name="Google Shape;950;p30"/>
          <p:cNvSpPr txBox="1">
            <a:spLocks noGrp="1"/>
          </p:cNvSpPr>
          <p:nvPr>
            <p:ph type="title" idx="2"/>
          </p:nvPr>
        </p:nvSpPr>
        <p:spPr>
          <a:xfrm>
            <a:off x="2267301" y="1205603"/>
            <a:ext cx="813177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latin typeface="Alexandria Black" pitchFamily="2" charset="-78"/>
                <a:cs typeface="Alexandria Black" pitchFamily="2" charset="-78"/>
              </a:rPr>
              <a:t>01</a:t>
            </a:r>
            <a:endParaRPr sz="4000">
              <a:latin typeface="Alexandria Black" pitchFamily="2" charset="-78"/>
              <a:cs typeface="Alexandria Black" pitchFamily="2" charset="-78"/>
            </a:endParaRPr>
          </a:p>
        </p:txBody>
      </p:sp>
      <p:sp>
        <p:nvSpPr>
          <p:cNvPr id="951" name="Google Shape;951;p30"/>
          <p:cNvSpPr txBox="1">
            <a:spLocks noGrp="1"/>
          </p:cNvSpPr>
          <p:nvPr>
            <p:ph type="title" idx="3"/>
          </p:nvPr>
        </p:nvSpPr>
        <p:spPr>
          <a:xfrm>
            <a:off x="5502850" y="3239148"/>
            <a:ext cx="88398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 sz="4000">
                <a:latin typeface="Alexandria Black" pitchFamily="2" charset="-78"/>
                <a:cs typeface="Alexandria Black" pitchFamily="2" charset="-78"/>
              </a:rPr>
              <a:t>04</a:t>
            </a:r>
            <a:endParaRPr sz="4000">
              <a:latin typeface="Alexandria Black" pitchFamily="2" charset="-78"/>
              <a:cs typeface="Alexandria Black" pitchFamily="2" charset="-78"/>
            </a:endParaRPr>
          </a:p>
        </p:txBody>
      </p:sp>
      <p:sp>
        <p:nvSpPr>
          <p:cNvPr id="952" name="Google Shape;952;p30"/>
          <p:cNvSpPr txBox="1">
            <a:spLocks noGrp="1"/>
          </p:cNvSpPr>
          <p:nvPr>
            <p:ph type="title" idx="4"/>
          </p:nvPr>
        </p:nvSpPr>
        <p:spPr>
          <a:xfrm>
            <a:off x="5421465" y="1161451"/>
            <a:ext cx="965373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 sz="4000">
                <a:latin typeface="Alexandria Black" pitchFamily="2" charset="-78"/>
                <a:cs typeface="Alexandria Black" pitchFamily="2" charset="-78"/>
              </a:rPr>
              <a:t>02</a:t>
            </a:r>
            <a:endParaRPr sz="4000">
              <a:latin typeface="Alexandria Black" pitchFamily="2" charset="-78"/>
              <a:cs typeface="Alexandria Black" pitchFamily="2" charset="-78"/>
            </a:endParaRPr>
          </a:p>
        </p:txBody>
      </p:sp>
      <p:sp>
        <p:nvSpPr>
          <p:cNvPr id="954" name="Google Shape;954;p30"/>
          <p:cNvSpPr txBox="1">
            <a:spLocks noGrp="1"/>
          </p:cNvSpPr>
          <p:nvPr>
            <p:ph type="title" idx="6"/>
          </p:nvPr>
        </p:nvSpPr>
        <p:spPr>
          <a:xfrm>
            <a:off x="2267302" y="3293845"/>
            <a:ext cx="111298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 sz="4000">
                <a:latin typeface="Alexandria Black" pitchFamily="2" charset="-78"/>
                <a:cs typeface="Alexandria Black" pitchFamily="2" charset="-78"/>
              </a:rPr>
              <a:t>03</a:t>
            </a:r>
            <a:endParaRPr sz="4000">
              <a:latin typeface="Alexandria Black" pitchFamily="2" charset="-78"/>
              <a:cs typeface="Alexandria Black" pitchFamily="2" charset="-78"/>
            </a:endParaRPr>
          </a:p>
        </p:txBody>
      </p:sp>
      <p:sp>
        <p:nvSpPr>
          <p:cNvPr id="956" name="Google Shape;956;p30"/>
          <p:cNvSpPr txBox="1">
            <a:spLocks noGrp="1"/>
          </p:cNvSpPr>
          <p:nvPr>
            <p:ph type="subTitle" idx="1"/>
          </p:nvPr>
        </p:nvSpPr>
        <p:spPr>
          <a:xfrm>
            <a:off x="2227532" y="1786650"/>
            <a:ext cx="1415077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lexandria Medium" pitchFamily="2" charset="-78"/>
                <a:cs typeface="Alexandria Medium" pitchFamily="2" charset="-78"/>
              </a:rPr>
              <a:t>Giới thiệu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lexandria Medium" pitchFamily="2" charset="-78"/>
                <a:cs typeface="Alexandria Medium" pitchFamily="2" charset="-78"/>
              </a:rPr>
              <a:t>bài toán</a:t>
            </a:r>
            <a:endParaRPr>
              <a:latin typeface="Alexandria Medium" pitchFamily="2" charset="-78"/>
              <a:cs typeface="Alexandria Medium" pitchFamily="2" charset="-78"/>
            </a:endParaRPr>
          </a:p>
        </p:txBody>
      </p:sp>
      <p:sp>
        <p:nvSpPr>
          <p:cNvPr id="957" name="Google Shape;957;p30"/>
          <p:cNvSpPr txBox="1">
            <a:spLocks noGrp="1"/>
          </p:cNvSpPr>
          <p:nvPr>
            <p:ph type="subTitle" idx="8"/>
          </p:nvPr>
        </p:nvSpPr>
        <p:spPr>
          <a:xfrm>
            <a:off x="5421465" y="1734151"/>
            <a:ext cx="1411551" cy="7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>
                <a:latin typeface="Alexandria Medium" pitchFamily="2" charset="-78"/>
                <a:cs typeface="Alexandria Medium" pitchFamily="2" charset="-78"/>
              </a:rPr>
              <a:t>Các bước </a:t>
            </a:r>
          </a:p>
          <a:p>
            <a:pPr marL="0" indent="0"/>
            <a:r>
              <a:rPr lang="en">
                <a:latin typeface="Alexandria Medium" pitchFamily="2" charset="-78"/>
                <a:cs typeface="Alexandria Medium" pitchFamily="2" charset="-78"/>
              </a:rPr>
              <a:t>tiền xử lý</a:t>
            </a:r>
            <a:endParaRPr>
              <a:latin typeface="Alexandria Medium" pitchFamily="2" charset="-78"/>
              <a:cs typeface="Alexandria Medium" pitchFamily="2" charset="-78"/>
            </a:endParaRPr>
          </a:p>
        </p:txBody>
      </p:sp>
      <p:sp>
        <p:nvSpPr>
          <p:cNvPr id="958" name="Google Shape;958;p30"/>
          <p:cNvSpPr txBox="1">
            <a:spLocks noGrp="1"/>
          </p:cNvSpPr>
          <p:nvPr>
            <p:ph type="subTitle" idx="9"/>
          </p:nvPr>
        </p:nvSpPr>
        <p:spPr>
          <a:xfrm>
            <a:off x="2227532" y="3776783"/>
            <a:ext cx="1415077" cy="7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>
                <a:latin typeface="Alexandria Medium" pitchFamily="2" charset="-78"/>
                <a:cs typeface="Alexandria Medium" pitchFamily="2" charset="-78"/>
              </a:rPr>
              <a:t>Xây dựng mô hình</a:t>
            </a:r>
            <a:endParaRPr>
              <a:latin typeface="Alexandria Medium" pitchFamily="2" charset="-78"/>
              <a:cs typeface="Alexandria Medium" pitchFamily="2" charset="-78"/>
            </a:endParaRPr>
          </a:p>
        </p:txBody>
      </p:sp>
      <p:sp>
        <p:nvSpPr>
          <p:cNvPr id="959" name="Google Shape;959;p30"/>
          <p:cNvSpPr txBox="1">
            <a:spLocks noGrp="1"/>
          </p:cNvSpPr>
          <p:nvPr>
            <p:ph type="subTitle" idx="13"/>
          </p:nvPr>
        </p:nvSpPr>
        <p:spPr>
          <a:xfrm>
            <a:off x="5462157" y="3776783"/>
            <a:ext cx="1330166" cy="7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>
                <a:latin typeface="Alexandria Medium" pitchFamily="2" charset="-78"/>
                <a:cs typeface="Alexandria Medium" pitchFamily="2" charset="-78"/>
              </a:rPr>
              <a:t>Demo </a:t>
            </a:r>
          </a:p>
          <a:p>
            <a:pPr marL="0" indent="0"/>
            <a:r>
              <a:rPr lang="en-US">
                <a:latin typeface="Alexandria Medium" pitchFamily="2" charset="-78"/>
                <a:cs typeface="Alexandria Medium" pitchFamily="2" charset="-78"/>
              </a:rPr>
              <a:t>s</a:t>
            </a:r>
            <a:r>
              <a:rPr lang="en">
                <a:latin typeface="Alexandria Medium" pitchFamily="2" charset="-78"/>
                <a:cs typeface="Alexandria Medium" pitchFamily="2" charset="-78"/>
              </a:rPr>
              <a:t>ản phẩm</a:t>
            </a:r>
            <a:endParaRPr>
              <a:latin typeface="Alexandria Medium" pitchFamily="2" charset="-78"/>
              <a:cs typeface="Alexandria Medium" pitchFamily="2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62A2530-8F24-0145-4867-ACA4B525AAF9}"/>
              </a:ext>
            </a:extLst>
          </p:cNvPr>
          <p:cNvSpPr/>
          <p:nvPr/>
        </p:nvSpPr>
        <p:spPr>
          <a:xfrm>
            <a:off x="2106118" y="986903"/>
            <a:ext cx="1716373" cy="164443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B10BD1B-7323-00B5-F724-FC964CDA7BEA}"/>
              </a:ext>
            </a:extLst>
          </p:cNvPr>
          <p:cNvSpPr/>
          <p:nvPr/>
        </p:nvSpPr>
        <p:spPr>
          <a:xfrm>
            <a:off x="5321509" y="964432"/>
            <a:ext cx="1716373" cy="164443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38C3E27-F6E9-95C3-2B20-D374D312EEFC}"/>
              </a:ext>
            </a:extLst>
          </p:cNvPr>
          <p:cNvSpPr/>
          <p:nvPr/>
        </p:nvSpPr>
        <p:spPr>
          <a:xfrm>
            <a:off x="2106118" y="3044328"/>
            <a:ext cx="1716373" cy="164443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8B23241-950C-E88A-8E70-FF2A1413E4E2}"/>
              </a:ext>
            </a:extLst>
          </p:cNvPr>
          <p:cNvSpPr/>
          <p:nvPr/>
        </p:nvSpPr>
        <p:spPr>
          <a:xfrm>
            <a:off x="5321509" y="3057751"/>
            <a:ext cx="1716373" cy="164443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32"/>
          <p:cNvSpPr/>
          <p:nvPr/>
        </p:nvSpPr>
        <p:spPr>
          <a:xfrm rot="-7219687" flipH="1">
            <a:off x="-1095655" y="408466"/>
            <a:ext cx="5219277" cy="4707906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9" name="Google Shape;1019;p32"/>
          <p:cNvSpPr txBox="1">
            <a:spLocks noGrp="1"/>
          </p:cNvSpPr>
          <p:nvPr>
            <p:ph type="title"/>
          </p:nvPr>
        </p:nvSpPr>
        <p:spPr>
          <a:xfrm>
            <a:off x="4047175" y="2571974"/>
            <a:ext cx="4383600" cy="16866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lexandria Medium" pitchFamily="2" charset="-78"/>
                <a:cs typeface="Alexandria Medium" pitchFamily="2" charset="-78"/>
              </a:rPr>
              <a:t>GIỚI THIỆU</a:t>
            </a:r>
            <a:br>
              <a:rPr lang="en">
                <a:latin typeface="Alexandria Medium" pitchFamily="2" charset="-78"/>
                <a:cs typeface="Alexandria Medium" pitchFamily="2" charset="-78"/>
              </a:rPr>
            </a:br>
            <a:r>
              <a:rPr lang="en">
                <a:latin typeface="Alexandria Medium" pitchFamily="2" charset="-78"/>
                <a:cs typeface="Alexandria Medium" pitchFamily="2" charset="-78"/>
              </a:rPr>
              <a:t>BÀI TOÁN</a:t>
            </a:r>
            <a:endParaRPr>
              <a:latin typeface="Alexandria Medium" pitchFamily="2" charset="-78"/>
              <a:cs typeface="Alexandria Medium" pitchFamily="2" charset="-78"/>
            </a:endParaRPr>
          </a:p>
        </p:txBody>
      </p:sp>
      <p:sp>
        <p:nvSpPr>
          <p:cNvPr id="1020" name="Google Shape;1020;p32"/>
          <p:cNvSpPr txBox="1">
            <a:spLocks noGrp="1"/>
          </p:cNvSpPr>
          <p:nvPr>
            <p:ph type="title" idx="2"/>
          </p:nvPr>
        </p:nvSpPr>
        <p:spPr>
          <a:xfrm>
            <a:off x="3839124" y="1262236"/>
            <a:ext cx="1748042" cy="129409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latin typeface="Alexandria Black" pitchFamily="2" charset="-78"/>
                <a:cs typeface="Alexandria Black" pitchFamily="2" charset="-78"/>
              </a:rPr>
              <a:t>01</a:t>
            </a:r>
            <a:endParaRPr sz="8000">
              <a:latin typeface="Alexandria Black" pitchFamily="2" charset="-78"/>
              <a:cs typeface="Alexandria Black" pitchFamily="2" charset="-78"/>
            </a:endParaRPr>
          </a:p>
        </p:txBody>
      </p:sp>
      <p:pic>
        <p:nvPicPr>
          <p:cNvPr id="1021" name="Google Shape;1021;p32"/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l="9184" r="24068"/>
          <a:stretch/>
        </p:blipFill>
        <p:spPr>
          <a:xfrm>
            <a:off x="484625" y="1076550"/>
            <a:ext cx="2990400" cy="2990400"/>
          </a:xfrm>
          <a:prstGeom prst="roundRect">
            <a:avLst>
              <a:gd name="adj" fmla="val 16667"/>
            </a:avLst>
          </a:prstGeom>
        </p:spPr>
      </p:pic>
      <p:grpSp>
        <p:nvGrpSpPr>
          <p:cNvPr id="1022" name="Google Shape;1022;p32"/>
          <p:cNvGrpSpPr/>
          <p:nvPr/>
        </p:nvGrpSpPr>
        <p:grpSpPr>
          <a:xfrm>
            <a:off x="7441503" y="289852"/>
            <a:ext cx="1366913" cy="1382099"/>
            <a:chOff x="6568493" y="8"/>
            <a:chExt cx="1820608" cy="1840590"/>
          </a:xfrm>
        </p:grpSpPr>
        <p:sp>
          <p:nvSpPr>
            <p:cNvPr id="1023" name="Google Shape;1023;p32"/>
            <p:cNvSpPr/>
            <p:nvPr/>
          </p:nvSpPr>
          <p:spPr>
            <a:xfrm>
              <a:off x="6737915" y="169351"/>
              <a:ext cx="1651185" cy="1671247"/>
            </a:xfrm>
            <a:custGeom>
              <a:avLst/>
              <a:gdLst/>
              <a:ahLst/>
              <a:cxnLst/>
              <a:rect l="l" t="t" r="r" b="b"/>
              <a:pathLst>
                <a:path w="1959864" h="1983676" extrusionOk="0">
                  <a:moveTo>
                    <a:pt x="1868520" y="0"/>
                  </a:moveTo>
                  <a:lnTo>
                    <a:pt x="91345" y="0"/>
                  </a:lnTo>
                  <a:cubicBezTo>
                    <a:pt x="40958" y="0"/>
                    <a:pt x="0" y="40958"/>
                    <a:pt x="0" y="91345"/>
                  </a:cubicBezTo>
                  <a:lnTo>
                    <a:pt x="0" y="1892427"/>
                  </a:lnTo>
                  <a:cubicBezTo>
                    <a:pt x="0" y="1942814"/>
                    <a:pt x="40958" y="1983677"/>
                    <a:pt x="91345" y="1983677"/>
                  </a:cubicBezTo>
                  <a:lnTo>
                    <a:pt x="1868520" y="1983677"/>
                  </a:lnTo>
                  <a:cubicBezTo>
                    <a:pt x="1918906" y="1983677"/>
                    <a:pt x="1959864" y="1942814"/>
                    <a:pt x="1959864" y="1892427"/>
                  </a:cubicBezTo>
                  <a:lnTo>
                    <a:pt x="1959864" y="91345"/>
                  </a:lnTo>
                  <a:cubicBezTo>
                    <a:pt x="1959864" y="40958"/>
                    <a:pt x="1918906" y="0"/>
                    <a:pt x="18685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4" name="Google Shape;1024;p32"/>
            <p:cNvSpPr/>
            <p:nvPr/>
          </p:nvSpPr>
          <p:spPr>
            <a:xfrm>
              <a:off x="6653203" y="8"/>
              <a:ext cx="1651185" cy="1671247"/>
            </a:xfrm>
            <a:custGeom>
              <a:avLst/>
              <a:gdLst/>
              <a:ahLst/>
              <a:cxnLst/>
              <a:rect l="l" t="t" r="r" b="b"/>
              <a:pathLst>
                <a:path w="1959864" h="1983676" extrusionOk="0">
                  <a:moveTo>
                    <a:pt x="1868519" y="0"/>
                  </a:moveTo>
                  <a:lnTo>
                    <a:pt x="91345" y="0"/>
                  </a:lnTo>
                  <a:cubicBezTo>
                    <a:pt x="40958" y="0"/>
                    <a:pt x="0" y="40958"/>
                    <a:pt x="0" y="91345"/>
                  </a:cubicBezTo>
                  <a:lnTo>
                    <a:pt x="0" y="1892427"/>
                  </a:lnTo>
                  <a:cubicBezTo>
                    <a:pt x="0" y="1942814"/>
                    <a:pt x="40958" y="1983677"/>
                    <a:pt x="91345" y="1983677"/>
                  </a:cubicBezTo>
                  <a:lnTo>
                    <a:pt x="1868519" y="1983677"/>
                  </a:lnTo>
                  <a:cubicBezTo>
                    <a:pt x="1918907" y="1983677"/>
                    <a:pt x="1959865" y="1942814"/>
                    <a:pt x="1959865" y="1892427"/>
                  </a:cubicBezTo>
                  <a:lnTo>
                    <a:pt x="1959865" y="91345"/>
                  </a:lnTo>
                  <a:cubicBezTo>
                    <a:pt x="1959865" y="40958"/>
                    <a:pt x="1918907" y="0"/>
                    <a:pt x="186851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25" name="Google Shape;1025;p32"/>
            <p:cNvGrpSpPr/>
            <p:nvPr/>
          </p:nvGrpSpPr>
          <p:grpSpPr>
            <a:xfrm>
              <a:off x="6568493" y="84720"/>
              <a:ext cx="1649109" cy="1669065"/>
              <a:chOff x="8921020" y="472154"/>
              <a:chExt cx="1959958" cy="1983676"/>
            </a:xfrm>
          </p:grpSpPr>
          <p:sp>
            <p:nvSpPr>
              <p:cNvPr id="1026" name="Google Shape;1026;p32"/>
              <p:cNvSpPr/>
              <p:nvPr/>
            </p:nvSpPr>
            <p:spPr>
              <a:xfrm>
                <a:off x="8921114" y="472154"/>
                <a:ext cx="1959864" cy="1983676"/>
              </a:xfrm>
              <a:custGeom>
                <a:avLst/>
                <a:gdLst/>
                <a:ahLst/>
                <a:cxnLst/>
                <a:rect l="l" t="t" r="r" b="b"/>
                <a:pathLst>
                  <a:path w="1959864" h="1983676" extrusionOk="0">
                    <a:moveTo>
                      <a:pt x="1959864" y="91345"/>
                    </a:moveTo>
                    <a:lnTo>
                      <a:pt x="1959864" y="1892427"/>
                    </a:lnTo>
                    <a:cubicBezTo>
                      <a:pt x="1959864" y="1942814"/>
                      <a:pt x="1918907" y="1983677"/>
                      <a:pt x="1868520" y="1983677"/>
                    </a:cubicBezTo>
                    <a:lnTo>
                      <a:pt x="91345" y="1983677"/>
                    </a:lnTo>
                    <a:cubicBezTo>
                      <a:pt x="40958" y="1983677"/>
                      <a:pt x="0" y="1942814"/>
                      <a:pt x="0" y="1892427"/>
                    </a:cubicBezTo>
                    <a:lnTo>
                      <a:pt x="0" y="91345"/>
                    </a:lnTo>
                    <a:cubicBezTo>
                      <a:pt x="0" y="40958"/>
                      <a:pt x="40958" y="0"/>
                      <a:pt x="91345" y="0"/>
                    </a:cubicBezTo>
                    <a:lnTo>
                      <a:pt x="1868520" y="0"/>
                    </a:lnTo>
                    <a:cubicBezTo>
                      <a:pt x="1918907" y="0"/>
                      <a:pt x="1959864" y="40958"/>
                      <a:pt x="1959864" y="9134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7" name="Google Shape;1027;p32"/>
              <p:cNvSpPr/>
              <p:nvPr/>
            </p:nvSpPr>
            <p:spPr>
              <a:xfrm>
                <a:off x="8921020" y="472154"/>
                <a:ext cx="1959958" cy="172307"/>
              </a:xfrm>
              <a:custGeom>
                <a:avLst/>
                <a:gdLst/>
                <a:ahLst/>
                <a:cxnLst/>
                <a:rect l="l" t="t" r="r" b="b"/>
                <a:pathLst>
                  <a:path w="1959958" h="172307" extrusionOk="0">
                    <a:moveTo>
                      <a:pt x="1959959" y="91345"/>
                    </a:moveTo>
                    <a:lnTo>
                      <a:pt x="1959959" y="172307"/>
                    </a:lnTo>
                    <a:lnTo>
                      <a:pt x="0" y="172307"/>
                    </a:lnTo>
                    <a:lnTo>
                      <a:pt x="0" y="91345"/>
                    </a:lnTo>
                    <a:cubicBezTo>
                      <a:pt x="0" y="40958"/>
                      <a:pt x="40957" y="0"/>
                      <a:pt x="91344" y="0"/>
                    </a:cubicBezTo>
                    <a:lnTo>
                      <a:pt x="1868519" y="0"/>
                    </a:lnTo>
                    <a:cubicBezTo>
                      <a:pt x="1918906" y="0"/>
                      <a:pt x="1959864" y="40958"/>
                      <a:pt x="1959864" y="91345"/>
                    </a:cubicBezTo>
                    <a:close/>
                  </a:path>
                </a:pathLst>
              </a:custGeom>
              <a:solidFill>
                <a:srgbClr val="000000">
                  <a:alpha val="1006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28" name="Google Shape;1028;p32"/>
              <p:cNvGrpSpPr/>
              <p:nvPr/>
            </p:nvGrpSpPr>
            <p:grpSpPr>
              <a:xfrm>
                <a:off x="9011888" y="537781"/>
                <a:ext cx="255174" cy="64389"/>
                <a:chOff x="9011888" y="537781"/>
                <a:chExt cx="255174" cy="64389"/>
              </a:xfrm>
            </p:grpSpPr>
            <p:sp>
              <p:nvSpPr>
                <p:cNvPr id="1029" name="Google Shape;1029;p32"/>
                <p:cNvSpPr/>
                <p:nvPr/>
              </p:nvSpPr>
              <p:spPr>
                <a:xfrm>
                  <a:off x="9202673" y="537781"/>
                  <a:ext cx="64389" cy="643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89" h="64389" extrusionOk="0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0" name="Google Shape;1030;p32"/>
                <p:cNvSpPr/>
                <p:nvPr/>
              </p:nvSpPr>
              <p:spPr>
                <a:xfrm>
                  <a:off x="9107233" y="537781"/>
                  <a:ext cx="64389" cy="643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89" h="64389" extrusionOk="0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1" name="Google Shape;1031;p32"/>
                <p:cNvSpPr/>
                <p:nvPr/>
              </p:nvSpPr>
              <p:spPr>
                <a:xfrm>
                  <a:off x="9011888" y="537781"/>
                  <a:ext cx="64389" cy="643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89" h="64389" extrusionOk="0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32" name="Google Shape;1032;p32"/>
            <p:cNvGrpSpPr/>
            <p:nvPr/>
          </p:nvGrpSpPr>
          <p:grpSpPr>
            <a:xfrm>
              <a:off x="6795939" y="406335"/>
              <a:ext cx="1194216" cy="1228757"/>
              <a:chOff x="9191339" y="854392"/>
              <a:chExt cx="1419320" cy="1460372"/>
            </a:xfrm>
          </p:grpSpPr>
          <p:grpSp>
            <p:nvGrpSpPr>
              <p:cNvPr id="1033" name="Google Shape;1033;p32"/>
              <p:cNvGrpSpPr/>
              <p:nvPr/>
            </p:nvGrpSpPr>
            <p:grpSpPr>
              <a:xfrm>
                <a:off x="9191339" y="1884045"/>
                <a:ext cx="604932" cy="420243"/>
                <a:chOff x="9191339" y="1884045"/>
                <a:chExt cx="604932" cy="420243"/>
              </a:xfrm>
            </p:grpSpPr>
            <p:sp>
              <p:nvSpPr>
                <p:cNvPr id="1034" name="Google Shape;1034;p32"/>
                <p:cNvSpPr/>
                <p:nvPr/>
              </p:nvSpPr>
              <p:spPr>
                <a:xfrm>
                  <a:off x="9191339" y="1884045"/>
                  <a:ext cx="2370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077" h="52959" extrusionOk="0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5" name="Google Shape;1035;p32"/>
                <p:cNvSpPr/>
                <p:nvPr/>
              </p:nvSpPr>
              <p:spPr>
                <a:xfrm>
                  <a:off x="9449466" y="1884045"/>
                  <a:ext cx="18249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498" h="52959" extrusionOk="0">
                      <a:moveTo>
                        <a:pt x="0" y="0"/>
                      </a:moveTo>
                      <a:lnTo>
                        <a:pt x="182499" y="0"/>
                      </a:lnTo>
                      <a:lnTo>
                        <a:pt x="18249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6" name="Google Shape;1036;p32"/>
                <p:cNvSpPr/>
                <p:nvPr/>
              </p:nvSpPr>
              <p:spPr>
                <a:xfrm>
                  <a:off x="9651396" y="1884045"/>
                  <a:ext cx="14487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875" h="52959" extrusionOk="0">
                      <a:moveTo>
                        <a:pt x="0" y="0"/>
                      </a:moveTo>
                      <a:lnTo>
                        <a:pt x="144876" y="0"/>
                      </a:lnTo>
                      <a:lnTo>
                        <a:pt x="14487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7" name="Google Shape;1037;p32"/>
                <p:cNvSpPr/>
                <p:nvPr/>
              </p:nvSpPr>
              <p:spPr>
                <a:xfrm>
                  <a:off x="9308306" y="2006536"/>
                  <a:ext cx="48796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965" h="52959" extrusionOk="0">
                      <a:moveTo>
                        <a:pt x="0" y="0"/>
                      </a:moveTo>
                      <a:lnTo>
                        <a:pt x="487966" y="0"/>
                      </a:lnTo>
                      <a:lnTo>
                        <a:pt x="48796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8" name="Google Shape;1038;p32"/>
                <p:cNvSpPr/>
                <p:nvPr/>
              </p:nvSpPr>
              <p:spPr>
                <a:xfrm>
                  <a:off x="9191339" y="2006536"/>
                  <a:ext cx="8963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30" h="52959" extrusionOk="0">
                      <a:moveTo>
                        <a:pt x="0" y="0"/>
                      </a:moveTo>
                      <a:lnTo>
                        <a:pt x="89630" y="0"/>
                      </a:lnTo>
                      <a:lnTo>
                        <a:pt x="8963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9" name="Google Shape;1039;p32"/>
                <p:cNvSpPr/>
                <p:nvPr/>
              </p:nvSpPr>
              <p:spPr>
                <a:xfrm>
                  <a:off x="9460325" y="2128932"/>
                  <a:ext cx="23079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790" h="52959" extrusionOk="0">
                      <a:moveTo>
                        <a:pt x="0" y="0"/>
                      </a:moveTo>
                      <a:lnTo>
                        <a:pt x="230791" y="0"/>
                      </a:lnTo>
                      <a:lnTo>
                        <a:pt x="230791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0" name="Google Shape;1040;p32"/>
                <p:cNvSpPr/>
                <p:nvPr/>
              </p:nvSpPr>
              <p:spPr>
                <a:xfrm>
                  <a:off x="9713023" y="2128932"/>
                  <a:ext cx="8324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248" h="52959" extrusionOk="0">
                      <a:moveTo>
                        <a:pt x="0" y="0"/>
                      </a:moveTo>
                      <a:lnTo>
                        <a:pt x="83248" y="0"/>
                      </a:lnTo>
                      <a:lnTo>
                        <a:pt x="8324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1" name="Google Shape;1041;p32"/>
                <p:cNvSpPr/>
                <p:nvPr/>
              </p:nvSpPr>
              <p:spPr>
                <a:xfrm>
                  <a:off x="9191339" y="2128932"/>
                  <a:ext cx="24793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935" h="52959" extrusionOk="0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2" name="Google Shape;1042;p32"/>
                <p:cNvSpPr/>
                <p:nvPr/>
              </p:nvSpPr>
              <p:spPr>
                <a:xfrm>
                  <a:off x="9365170" y="2251329"/>
                  <a:ext cx="2009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77" h="52959" extrusionOk="0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3" name="Google Shape;1043;p32"/>
                <p:cNvSpPr/>
                <p:nvPr/>
              </p:nvSpPr>
              <p:spPr>
                <a:xfrm>
                  <a:off x="9191339" y="2251329"/>
                  <a:ext cx="151256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256" h="52959" extrusionOk="0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44" name="Google Shape;1044;p32"/>
              <p:cNvGrpSpPr/>
              <p:nvPr/>
            </p:nvGrpSpPr>
            <p:grpSpPr>
              <a:xfrm>
                <a:off x="10004774" y="854392"/>
                <a:ext cx="604932" cy="420243"/>
                <a:chOff x="10004774" y="854392"/>
                <a:chExt cx="604932" cy="420243"/>
              </a:xfrm>
            </p:grpSpPr>
            <p:sp>
              <p:nvSpPr>
                <p:cNvPr id="1045" name="Google Shape;1045;p32"/>
                <p:cNvSpPr/>
                <p:nvPr/>
              </p:nvSpPr>
              <p:spPr>
                <a:xfrm>
                  <a:off x="10004774" y="854392"/>
                  <a:ext cx="2370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077" h="52959" extrusionOk="0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6" name="Google Shape;1046;p32"/>
                <p:cNvSpPr/>
                <p:nvPr/>
              </p:nvSpPr>
              <p:spPr>
                <a:xfrm>
                  <a:off x="10262901" y="854392"/>
                  <a:ext cx="18249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498" h="52959" extrusionOk="0">
                      <a:moveTo>
                        <a:pt x="0" y="0"/>
                      </a:moveTo>
                      <a:lnTo>
                        <a:pt x="182498" y="0"/>
                      </a:lnTo>
                      <a:lnTo>
                        <a:pt x="18249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7" name="Google Shape;1047;p32"/>
                <p:cNvSpPr/>
                <p:nvPr/>
              </p:nvSpPr>
              <p:spPr>
                <a:xfrm>
                  <a:off x="10464831" y="854392"/>
                  <a:ext cx="14487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875" h="52959" extrusionOk="0">
                      <a:moveTo>
                        <a:pt x="0" y="0"/>
                      </a:moveTo>
                      <a:lnTo>
                        <a:pt x="144875" y="0"/>
                      </a:lnTo>
                      <a:lnTo>
                        <a:pt x="144875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8" name="Google Shape;1048;p32"/>
                <p:cNvSpPr/>
                <p:nvPr/>
              </p:nvSpPr>
              <p:spPr>
                <a:xfrm>
                  <a:off x="10121741" y="976788"/>
                  <a:ext cx="48796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965" h="52959" extrusionOk="0">
                      <a:moveTo>
                        <a:pt x="0" y="0"/>
                      </a:moveTo>
                      <a:lnTo>
                        <a:pt x="487966" y="0"/>
                      </a:lnTo>
                      <a:lnTo>
                        <a:pt x="48796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9" name="Google Shape;1049;p32"/>
                <p:cNvSpPr/>
                <p:nvPr/>
              </p:nvSpPr>
              <p:spPr>
                <a:xfrm>
                  <a:off x="10004774" y="976788"/>
                  <a:ext cx="8963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30" h="52959" extrusionOk="0">
                      <a:moveTo>
                        <a:pt x="0" y="0"/>
                      </a:moveTo>
                      <a:lnTo>
                        <a:pt x="89630" y="0"/>
                      </a:lnTo>
                      <a:lnTo>
                        <a:pt x="8963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0" name="Google Shape;1050;p32"/>
                <p:cNvSpPr/>
                <p:nvPr/>
              </p:nvSpPr>
              <p:spPr>
                <a:xfrm>
                  <a:off x="10273760" y="1099280"/>
                  <a:ext cx="23079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790" h="52959" extrusionOk="0">
                      <a:moveTo>
                        <a:pt x="0" y="0"/>
                      </a:moveTo>
                      <a:lnTo>
                        <a:pt x="230790" y="0"/>
                      </a:lnTo>
                      <a:lnTo>
                        <a:pt x="23079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1" name="Google Shape;1051;p32"/>
                <p:cNvSpPr/>
                <p:nvPr/>
              </p:nvSpPr>
              <p:spPr>
                <a:xfrm>
                  <a:off x="10526458" y="1099280"/>
                  <a:ext cx="8324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248" h="52959" extrusionOk="0">
                      <a:moveTo>
                        <a:pt x="0" y="0"/>
                      </a:moveTo>
                      <a:lnTo>
                        <a:pt x="83249" y="0"/>
                      </a:lnTo>
                      <a:lnTo>
                        <a:pt x="8324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2" name="Google Shape;1052;p32"/>
                <p:cNvSpPr/>
                <p:nvPr/>
              </p:nvSpPr>
              <p:spPr>
                <a:xfrm>
                  <a:off x="10004774" y="1099280"/>
                  <a:ext cx="24793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935" h="52959" extrusionOk="0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3" name="Google Shape;1053;p32"/>
                <p:cNvSpPr/>
                <p:nvPr/>
              </p:nvSpPr>
              <p:spPr>
                <a:xfrm>
                  <a:off x="10178700" y="1221676"/>
                  <a:ext cx="2009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77" h="52959" extrusionOk="0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4" name="Google Shape;1054;p32"/>
                <p:cNvSpPr/>
                <p:nvPr/>
              </p:nvSpPr>
              <p:spPr>
                <a:xfrm>
                  <a:off x="10004774" y="1221676"/>
                  <a:ext cx="151256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256" h="52959" extrusionOk="0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55" name="Google Shape;1055;p32"/>
              <p:cNvGrpSpPr/>
              <p:nvPr/>
            </p:nvGrpSpPr>
            <p:grpSpPr>
              <a:xfrm>
                <a:off x="10004774" y="1374362"/>
                <a:ext cx="604932" cy="303466"/>
                <a:chOff x="10004774" y="1374362"/>
                <a:chExt cx="604932" cy="303466"/>
              </a:xfrm>
            </p:grpSpPr>
            <p:sp>
              <p:nvSpPr>
                <p:cNvPr id="1056" name="Google Shape;1056;p32"/>
                <p:cNvSpPr/>
                <p:nvPr/>
              </p:nvSpPr>
              <p:spPr>
                <a:xfrm>
                  <a:off x="10004774" y="1374362"/>
                  <a:ext cx="2370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077" h="52959" extrusionOk="0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7" name="Google Shape;1057;p32"/>
                <p:cNvSpPr/>
                <p:nvPr/>
              </p:nvSpPr>
              <p:spPr>
                <a:xfrm>
                  <a:off x="10262901" y="1374362"/>
                  <a:ext cx="18249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498" h="52959" extrusionOk="0">
                      <a:moveTo>
                        <a:pt x="0" y="0"/>
                      </a:moveTo>
                      <a:lnTo>
                        <a:pt x="182498" y="0"/>
                      </a:lnTo>
                      <a:lnTo>
                        <a:pt x="18249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8" name="Google Shape;1058;p32"/>
                <p:cNvSpPr/>
                <p:nvPr/>
              </p:nvSpPr>
              <p:spPr>
                <a:xfrm>
                  <a:off x="10464831" y="1374362"/>
                  <a:ext cx="14487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875" h="52959" extrusionOk="0">
                      <a:moveTo>
                        <a:pt x="0" y="0"/>
                      </a:moveTo>
                      <a:lnTo>
                        <a:pt x="144875" y="0"/>
                      </a:lnTo>
                      <a:lnTo>
                        <a:pt x="144875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9" name="Google Shape;1059;p32"/>
                <p:cNvSpPr/>
                <p:nvPr/>
              </p:nvSpPr>
              <p:spPr>
                <a:xfrm>
                  <a:off x="10273760" y="1502378"/>
                  <a:ext cx="23079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790" h="52959" extrusionOk="0">
                      <a:moveTo>
                        <a:pt x="0" y="0"/>
                      </a:moveTo>
                      <a:lnTo>
                        <a:pt x="230790" y="0"/>
                      </a:lnTo>
                      <a:lnTo>
                        <a:pt x="23079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0" name="Google Shape;1060;p32"/>
                <p:cNvSpPr/>
                <p:nvPr/>
              </p:nvSpPr>
              <p:spPr>
                <a:xfrm>
                  <a:off x="10526458" y="1502378"/>
                  <a:ext cx="8324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248" h="52959" extrusionOk="0">
                      <a:moveTo>
                        <a:pt x="0" y="0"/>
                      </a:moveTo>
                      <a:lnTo>
                        <a:pt x="83249" y="0"/>
                      </a:lnTo>
                      <a:lnTo>
                        <a:pt x="8324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1" name="Google Shape;1061;p32"/>
                <p:cNvSpPr/>
                <p:nvPr/>
              </p:nvSpPr>
              <p:spPr>
                <a:xfrm>
                  <a:off x="10004774" y="1502378"/>
                  <a:ext cx="24793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935" h="52959" extrusionOk="0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2" name="Google Shape;1062;p32"/>
                <p:cNvSpPr/>
                <p:nvPr/>
              </p:nvSpPr>
              <p:spPr>
                <a:xfrm>
                  <a:off x="10178700" y="1624869"/>
                  <a:ext cx="2009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77" h="52959" extrusionOk="0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3" name="Google Shape;1063;p32"/>
                <p:cNvSpPr/>
                <p:nvPr/>
              </p:nvSpPr>
              <p:spPr>
                <a:xfrm>
                  <a:off x="10004774" y="1624869"/>
                  <a:ext cx="151256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256" h="52959" extrusionOk="0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064" name="Google Shape;1064;p32"/>
              <p:cNvSpPr/>
              <p:nvPr/>
            </p:nvSpPr>
            <p:spPr>
              <a:xfrm>
                <a:off x="10004774" y="1875948"/>
                <a:ext cx="605885" cy="438816"/>
              </a:xfrm>
              <a:custGeom>
                <a:avLst/>
                <a:gdLst/>
                <a:ahLst/>
                <a:cxnLst/>
                <a:rect l="l" t="t" r="r" b="b"/>
                <a:pathLst>
                  <a:path w="605885" h="438816" extrusionOk="0">
                    <a:moveTo>
                      <a:pt x="572167" y="0"/>
                    </a:moveTo>
                    <a:cubicBezTo>
                      <a:pt x="590789" y="0"/>
                      <a:pt x="605885" y="15096"/>
                      <a:pt x="605885" y="33718"/>
                    </a:cubicBezTo>
                    <a:lnTo>
                      <a:pt x="605885" y="405098"/>
                    </a:lnTo>
                    <a:cubicBezTo>
                      <a:pt x="605885" y="423720"/>
                      <a:pt x="590789" y="438817"/>
                      <a:pt x="572167" y="438817"/>
                    </a:cubicBezTo>
                    <a:lnTo>
                      <a:pt x="33718" y="438817"/>
                    </a:lnTo>
                    <a:cubicBezTo>
                      <a:pt x="15096" y="438817"/>
                      <a:pt x="0" y="423720"/>
                      <a:pt x="0" y="405098"/>
                    </a:cubicBezTo>
                    <a:lnTo>
                      <a:pt x="0" y="33718"/>
                    </a:lnTo>
                    <a:cubicBezTo>
                      <a:pt x="0" y="15096"/>
                      <a:pt x="15096" y="0"/>
                      <a:pt x="3371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5" name="Google Shape;1065;p32"/>
              <p:cNvSpPr/>
              <p:nvPr/>
            </p:nvSpPr>
            <p:spPr>
              <a:xfrm>
                <a:off x="9191339" y="860202"/>
                <a:ext cx="605885" cy="815149"/>
              </a:xfrm>
              <a:custGeom>
                <a:avLst/>
                <a:gdLst/>
                <a:ahLst/>
                <a:cxnLst/>
                <a:rect l="l" t="t" r="r" b="b"/>
                <a:pathLst>
                  <a:path w="605885" h="815149" extrusionOk="0">
                    <a:moveTo>
                      <a:pt x="554260" y="0"/>
                    </a:moveTo>
                    <a:cubicBezTo>
                      <a:pt x="582772" y="0"/>
                      <a:pt x="605885" y="23114"/>
                      <a:pt x="605885" y="51625"/>
                    </a:cubicBezTo>
                    <a:lnTo>
                      <a:pt x="605885" y="763524"/>
                    </a:lnTo>
                    <a:cubicBezTo>
                      <a:pt x="605885" y="792036"/>
                      <a:pt x="582771" y="815150"/>
                      <a:pt x="554260" y="815150"/>
                    </a:cubicBezTo>
                    <a:lnTo>
                      <a:pt x="51625" y="815150"/>
                    </a:lnTo>
                    <a:cubicBezTo>
                      <a:pt x="23113" y="815150"/>
                      <a:pt x="0" y="792036"/>
                      <a:pt x="0" y="763524"/>
                    </a:cubicBezTo>
                    <a:lnTo>
                      <a:pt x="0" y="51625"/>
                    </a:lnTo>
                    <a:cubicBezTo>
                      <a:pt x="0" y="23114"/>
                      <a:pt x="23113" y="0"/>
                      <a:pt x="5162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66" name="Google Shape;1066;p32"/>
            <p:cNvGrpSpPr/>
            <p:nvPr/>
          </p:nvGrpSpPr>
          <p:grpSpPr>
            <a:xfrm>
              <a:off x="6717319" y="354723"/>
              <a:ext cx="656533" cy="799751"/>
              <a:chOff x="9097899" y="793051"/>
              <a:chExt cx="780287" cy="950500"/>
            </a:xfrm>
          </p:grpSpPr>
          <p:grpSp>
            <p:nvGrpSpPr>
              <p:cNvPr id="1067" name="Google Shape;1067;p32"/>
              <p:cNvGrpSpPr/>
              <p:nvPr/>
            </p:nvGrpSpPr>
            <p:grpSpPr>
              <a:xfrm>
                <a:off x="9118758" y="814006"/>
                <a:ext cx="747999" cy="918020"/>
                <a:chOff x="9118758" y="814006"/>
                <a:chExt cx="747999" cy="918020"/>
              </a:xfrm>
            </p:grpSpPr>
            <p:sp>
              <p:nvSpPr>
                <p:cNvPr id="1068" name="Google Shape;1068;p32"/>
                <p:cNvSpPr/>
                <p:nvPr/>
              </p:nvSpPr>
              <p:spPr>
                <a:xfrm>
                  <a:off x="9131522" y="1722501"/>
                  <a:ext cx="700277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0277" h="9525" extrusionOk="0">
                      <a:moveTo>
                        <a:pt x="700278" y="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w="1275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9" name="Google Shape;1069;p32"/>
                <p:cNvSpPr/>
                <p:nvPr/>
              </p:nvSpPr>
              <p:spPr>
                <a:xfrm>
                  <a:off x="9118758" y="826579"/>
                  <a:ext cx="9525" cy="8706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870680" extrusionOk="0">
                      <a:moveTo>
                        <a:pt x="0" y="87068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w="1275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0" name="Google Shape;1070;p32"/>
                <p:cNvSpPr/>
                <p:nvPr/>
              </p:nvSpPr>
              <p:spPr>
                <a:xfrm>
                  <a:off x="9144285" y="814006"/>
                  <a:ext cx="700277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0277" h="9525" extrusionOk="0">
                      <a:moveTo>
                        <a:pt x="0" y="0"/>
                      </a:moveTo>
                      <a:lnTo>
                        <a:pt x="700278" y="0"/>
                      </a:lnTo>
                    </a:path>
                  </a:pathLst>
                </a:custGeom>
                <a:solidFill>
                  <a:schemeClr val="dk1"/>
                </a:solidFill>
                <a:ln w="1275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1" name="Google Shape;1071;p32"/>
                <p:cNvSpPr/>
                <p:nvPr/>
              </p:nvSpPr>
              <p:spPr>
                <a:xfrm>
                  <a:off x="9857232" y="839247"/>
                  <a:ext cx="9525" cy="8706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870680" extrusionOk="0">
                      <a:moveTo>
                        <a:pt x="0" y="0"/>
                      </a:moveTo>
                      <a:lnTo>
                        <a:pt x="0" y="870680"/>
                      </a:lnTo>
                    </a:path>
                  </a:pathLst>
                </a:custGeom>
                <a:solidFill>
                  <a:schemeClr val="dk1"/>
                </a:solidFill>
                <a:ln w="1275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72" name="Google Shape;1072;p32"/>
              <p:cNvGrpSpPr/>
              <p:nvPr/>
            </p:nvGrpSpPr>
            <p:grpSpPr>
              <a:xfrm>
                <a:off x="9097899" y="793051"/>
                <a:ext cx="780287" cy="950500"/>
                <a:chOff x="9097899" y="793051"/>
                <a:chExt cx="780287" cy="950500"/>
              </a:xfrm>
            </p:grpSpPr>
            <p:grpSp>
              <p:nvGrpSpPr>
                <p:cNvPr id="1073" name="Google Shape;1073;p32"/>
                <p:cNvGrpSpPr/>
                <p:nvPr/>
              </p:nvGrpSpPr>
              <p:grpSpPr>
                <a:xfrm>
                  <a:off x="9097899" y="793051"/>
                  <a:ext cx="780287" cy="41909"/>
                  <a:chOff x="9097899" y="793051"/>
                  <a:chExt cx="780287" cy="41909"/>
                </a:xfrm>
              </p:grpSpPr>
              <p:sp>
                <p:nvSpPr>
                  <p:cNvPr id="1074" name="Google Shape;1074;p32"/>
                  <p:cNvSpPr/>
                  <p:nvPr/>
                </p:nvSpPr>
                <p:spPr>
                  <a:xfrm>
                    <a:off x="9097899" y="793051"/>
                    <a:ext cx="41909" cy="419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09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75" name="Google Shape;1075;p32"/>
                  <p:cNvSpPr/>
                  <p:nvPr/>
                </p:nvSpPr>
                <p:spPr>
                  <a:xfrm>
                    <a:off x="9467088" y="793051"/>
                    <a:ext cx="41909" cy="419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09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76" name="Google Shape;1076;p32"/>
                  <p:cNvSpPr/>
                  <p:nvPr/>
                </p:nvSpPr>
                <p:spPr>
                  <a:xfrm>
                    <a:off x="9836277" y="793051"/>
                    <a:ext cx="41909" cy="419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09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77" name="Google Shape;1077;p32"/>
                <p:cNvGrpSpPr/>
                <p:nvPr/>
              </p:nvGrpSpPr>
              <p:grpSpPr>
                <a:xfrm>
                  <a:off x="9097899" y="1247298"/>
                  <a:ext cx="780287" cy="41910"/>
                  <a:chOff x="9097899" y="1247298"/>
                  <a:chExt cx="780287" cy="41910"/>
                </a:xfrm>
              </p:grpSpPr>
              <p:sp>
                <p:nvSpPr>
                  <p:cNvPr id="1078" name="Google Shape;1078;p32"/>
                  <p:cNvSpPr/>
                  <p:nvPr/>
                </p:nvSpPr>
                <p:spPr>
                  <a:xfrm>
                    <a:off x="9097899" y="1247298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79" name="Google Shape;1079;p32"/>
                  <p:cNvSpPr/>
                  <p:nvPr/>
                </p:nvSpPr>
                <p:spPr>
                  <a:xfrm>
                    <a:off x="9836277" y="1247298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80" name="Google Shape;1080;p32"/>
                <p:cNvGrpSpPr/>
                <p:nvPr/>
              </p:nvGrpSpPr>
              <p:grpSpPr>
                <a:xfrm>
                  <a:off x="9097899" y="1701641"/>
                  <a:ext cx="780287" cy="41910"/>
                  <a:chOff x="9097899" y="1701641"/>
                  <a:chExt cx="780287" cy="41910"/>
                </a:xfrm>
              </p:grpSpPr>
              <p:sp>
                <p:nvSpPr>
                  <p:cNvPr id="1081" name="Google Shape;1081;p32"/>
                  <p:cNvSpPr/>
                  <p:nvPr/>
                </p:nvSpPr>
                <p:spPr>
                  <a:xfrm>
                    <a:off x="9097899" y="1701641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2" name="Google Shape;1082;p32"/>
                  <p:cNvSpPr/>
                  <p:nvPr/>
                </p:nvSpPr>
                <p:spPr>
                  <a:xfrm>
                    <a:off x="9467088" y="1701641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3" name="Google Shape;1083;p32"/>
                  <p:cNvSpPr/>
                  <p:nvPr/>
                </p:nvSpPr>
                <p:spPr>
                  <a:xfrm>
                    <a:off x="9836277" y="1701641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1084" name="Google Shape;1084;p32"/>
            <p:cNvGrpSpPr/>
            <p:nvPr/>
          </p:nvGrpSpPr>
          <p:grpSpPr>
            <a:xfrm>
              <a:off x="7074117" y="956519"/>
              <a:ext cx="215826" cy="125825"/>
              <a:chOff x="9521952" y="1508283"/>
              <a:chExt cx="256508" cy="149542"/>
            </a:xfrm>
          </p:grpSpPr>
          <p:sp>
            <p:nvSpPr>
              <p:cNvPr id="1085" name="Google Shape;1085;p32"/>
              <p:cNvSpPr/>
              <p:nvPr/>
            </p:nvSpPr>
            <p:spPr>
              <a:xfrm>
                <a:off x="9521952" y="1508283"/>
                <a:ext cx="256508" cy="149542"/>
              </a:xfrm>
              <a:custGeom>
                <a:avLst/>
                <a:gdLst/>
                <a:ahLst/>
                <a:cxnLst/>
                <a:rect l="l" t="t" r="r" b="b"/>
                <a:pathLst>
                  <a:path w="256508" h="149542" extrusionOk="0">
                    <a:moveTo>
                      <a:pt x="218694" y="0"/>
                    </a:moveTo>
                    <a:cubicBezTo>
                      <a:pt x="239578" y="0"/>
                      <a:pt x="256508" y="16930"/>
                      <a:pt x="256508" y="37814"/>
                    </a:cubicBezTo>
                    <a:lnTo>
                      <a:pt x="256508" y="111728"/>
                    </a:lnTo>
                    <a:cubicBezTo>
                      <a:pt x="256508" y="132612"/>
                      <a:pt x="239578" y="149543"/>
                      <a:pt x="218694" y="149543"/>
                    </a:cubicBezTo>
                    <a:lnTo>
                      <a:pt x="37814" y="149543"/>
                    </a:lnTo>
                    <a:cubicBezTo>
                      <a:pt x="16930" y="149543"/>
                      <a:pt x="1" y="132612"/>
                      <a:pt x="1" y="111728"/>
                    </a:cubicBezTo>
                    <a:lnTo>
                      <a:pt x="1" y="37814"/>
                    </a:lnTo>
                    <a:cubicBezTo>
                      <a:pt x="1" y="16930"/>
                      <a:pt x="16930" y="0"/>
                      <a:pt x="378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86" name="Google Shape;1086;p32"/>
              <p:cNvGrpSpPr/>
              <p:nvPr/>
            </p:nvGrpSpPr>
            <p:grpSpPr>
              <a:xfrm>
                <a:off x="9556578" y="1534618"/>
                <a:ext cx="183763" cy="98921"/>
                <a:chOff x="9556578" y="1534618"/>
                <a:chExt cx="183763" cy="98921"/>
              </a:xfrm>
            </p:grpSpPr>
            <p:grpSp>
              <p:nvGrpSpPr>
                <p:cNvPr id="1087" name="Google Shape;1087;p32"/>
                <p:cNvGrpSpPr/>
                <p:nvPr/>
              </p:nvGrpSpPr>
              <p:grpSpPr>
                <a:xfrm>
                  <a:off x="9645396" y="1536115"/>
                  <a:ext cx="94945" cy="94946"/>
                  <a:chOff x="9645396" y="1536115"/>
                  <a:chExt cx="94945" cy="94946"/>
                </a:xfrm>
              </p:grpSpPr>
              <p:sp>
                <p:nvSpPr>
                  <p:cNvPr id="1088" name="Google Shape;1088;p32"/>
                  <p:cNvSpPr/>
                  <p:nvPr/>
                </p:nvSpPr>
                <p:spPr>
                  <a:xfrm>
                    <a:off x="9645396" y="1588389"/>
                    <a:ext cx="42671" cy="426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671" h="42672" extrusionOk="0">
                        <a:moveTo>
                          <a:pt x="16764" y="31147"/>
                        </a:moveTo>
                        <a:lnTo>
                          <a:pt x="42672" y="5144"/>
                        </a:lnTo>
                        <a:lnTo>
                          <a:pt x="37529" y="0"/>
                        </a:lnTo>
                        <a:lnTo>
                          <a:pt x="11525" y="25908"/>
                        </a:lnTo>
                        <a:lnTo>
                          <a:pt x="6382" y="28765"/>
                        </a:lnTo>
                        <a:lnTo>
                          <a:pt x="0" y="38576"/>
                        </a:lnTo>
                        <a:lnTo>
                          <a:pt x="4096" y="42672"/>
                        </a:lnTo>
                        <a:lnTo>
                          <a:pt x="13906" y="36290"/>
                        </a:lnTo>
                        <a:lnTo>
                          <a:pt x="16764" y="31147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9" name="Google Shape;1089;p32"/>
                  <p:cNvSpPr/>
                  <p:nvPr/>
                </p:nvSpPr>
                <p:spPr>
                  <a:xfrm>
                    <a:off x="9674923" y="1536115"/>
                    <a:ext cx="65418" cy="654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418" h="65418" extrusionOk="0">
                        <a:moveTo>
                          <a:pt x="36576" y="54845"/>
                        </a:moveTo>
                        <a:lnTo>
                          <a:pt x="63246" y="28175"/>
                        </a:lnTo>
                        <a:cubicBezTo>
                          <a:pt x="64008" y="27413"/>
                          <a:pt x="64484" y="26461"/>
                          <a:pt x="64770" y="25413"/>
                        </a:cubicBezTo>
                        <a:cubicBezTo>
                          <a:pt x="65627" y="21794"/>
                          <a:pt x="66866" y="13602"/>
                          <a:pt x="59341" y="6077"/>
                        </a:cubicBezTo>
                        <a:cubicBezTo>
                          <a:pt x="51816" y="-1447"/>
                          <a:pt x="43625" y="-209"/>
                          <a:pt x="40005" y="648"/>
                        </a:cubicBezTo>
                        <a:cubicBezTo>
                          <a:pt x="38958" y="934"/>
                          <a:pt x="38005" y="1410"/>
                          <a:pt x="37243" y="2172"/>
                        </a:cubicBezTo>
                        <a:lnTo>
                          <a:pt x="10573" y="28842"/>
                        </a:lnTo>
                        <a:cubicBezTo>
                          <a:pt x="14669" y="32938"/>
                          <a:pt x="14669" y="39701"/>
                          <a:pt x="10573" y="43796"/>
                        </a:cubicBezTo>
                        <a:lnTo>
                          <a:pt x="8287" y="46082"/>
                        </a:lnTo>
                        <a:lnTo>
                          <a:pt x="4286" y="42082"/>
                        </a:lnTo>
                        <a:lnTo>
                          <a:pt x="0" y="46368"/>
                        </a:lnTo>
                        <a:lnTo>
                          <a:pt x="19050" y="65418"/>
                        </a:lnTo>
                        <a:lnTo>
                          <a:pt x="23336" y="61132"/>
                        </a:lnTo>
                        <a:lnTo>
                          <a:pt x="19336" y="57131"/>
                        </a:lnTo>
                        <a:lnTo>
                          <a:pt x="21622" y="54845"/>
                        </a:lnTo>
                        <a:cubicBezTo>
                          <a:pt x="25718" y="50750"/>
                          <a:pt x="32481" y="50750"/>
                          <a:pt x="36576" y="5484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90" name="Google Shape;1090;p32"/>
                <p:cNvGrpSpPr/>
                <p:nvPr/>
              </p:nvGrpSpPr>
              <p:grpSpPr>
                <a:xfrm>
                  <a:off x="9556578" y="1534618"/>
                  <a:ext cx="98773" cy="98921"/>
                  <a:chOff x="9556578" y="1534618"/>
                  <a:chExt cx="98773" cy="98921"/>
                </a:xfrm>
              </p:grpSpPr>
              <p:sp>
                <p:nvSpPr>
                  <p:cNvPr id="1091" name="Google Shape;1091;p32"/>
                  <p:cNvSpPr/>
                  <p:nvPr/>
                </p:nvSpPr>
                <p:spPr>
                  <a:xfrm>
                    <a:off x="9556578" y="1534618"/>
                    <a:ext cx="98773" cy="9892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8773" h="98921" extrusionOk="0">
                        <a:moveTo>
                          <a:pt x="40717" y="72440"/>
                        </a:moveTo>
                        <a:lnTo>
                          <a:pt x="72244" y="40912"/>
                        </a:lnTo>
                        <a:cubicBezTo>
                          <a:pt x="74149" y="39007"/>
                          <a:pt x="76721" y="38054"/>
                          <a:pt x="79388" y="38054"/>
                        </a:cubicBezTo>
                        <a:cubicBezTo>
                          <a:pt x="84341" y="38150"/>
                          <a:pt x="89389" y="36340"/>
                          <a:pt x="93199" y="32530"/>
                        </a:cubicBezTo>
                        <a:cubicBezTo>
                          <a:pt x="98247" y="27482"/>
                          <a:pt x="99866" y="20243"/>
                          <a:pt x="98057" y="13766"/>
                        </a:cubicBezTo>
                        <a:lnTo>
                          <a:pt x="88722" y="23100"/>
                        </a:lnTo>
                        <a:lnTo>
                          <a:pt x="78435" y="20338"/>
                        </a:lnTo>
                        <a:lnTo>
                          <a:pt x="75673" y="10051"/>
                        </a:lnTo>
                        <a:lnTo>
                          <a:pt x="85007" y="716"/>
                        </a:lnTo>
                        <a:cubicBezTo>
                          <a:pt x="78626" y="-1093"/>
                          <a:pt x="71482" y="526"/>
                          <a:pt x="66434" y="5574"/>
                        </a:cubicBezTo>
                        <a:cubicBezTo>
                          <a:pt x="62624" y="9384"/>
                          <a:pt x="60814" y="14432"/>
                          <a:pt x="60909" y="19385"/>
                        </a:cubicBezTo>
                        <a:cubicBezTo>
                          <a:pt x="60909" y="22052"/>
                          <a:pt x="59957" y="24624"/>
                          <a:pt x="58052" y="26529"/>
                        </a:cubicBezTo>
                        <a:lnTo>
                          <a:pt x="26524" y="58057"/>
                        </a:lnTo>
                        <a:cubicBezTo>
                          <a:pt x="24619" y="59962"/>
                          <a:pt x="22047" y="60914"/>
                          <a:pt x="19380" y="60914"/>
                        </a:cubicBezTo>
                        <a:cubicBezTo>
                          <a:pt x="14427" y="60819"/>
                          <a:pt x="9379" y="62629"/>
                          <a:pt x="5569" y="66439"/>
                        </a:cubicBezTo>
                        <a:cubicBezTo>
                          <a:pt x="-2146" y="74154"/>
                          <a:pt x="-1861" y="86918"/>
                          <a:pt x="6522" y="94252"/>
                        </a:cubicBezTo>
                        <a:cubicBezTo>
                          <a:pt x="13761" y="100634"/>
                          <a:pt x="24905" y="100443"/>
                          <a:pt x="32048" y="93871"/>
                        </a:cubicBezTo>
                        <a:cubicBezTo>
                          <a:pt x="36239" y="89966"/>
                          <a:pt x="38240" y="84632"/>
                          <a:pt x="38145" y="79393"/>
                        </a:cubicBezTo>
                        <a:cubicBezTo>
                          <a:pt x="38145" y="76821"/>
                          <a:pt x="39097" y="74249"/>
                          <a:pt x="41002" y="72440"/>
                        </a:cubicBezTo>
                        <a:close/>
                        <a:moveTo>
                          <a:pt x="16618" y="87965"/>
                        </a:moveTo>
                        <a:lnTo>
                          <a:pt x="10713" y="82060"/>
                        </a:lnTo>
                        <a:lnTo>
                          <a:pt x="12903" y="73964"/>
                        </a:lnTo>
                        <a:lnTo>
                          <a:pt x="21000" y="71773"/>
                        </a:lnTo>
                        <a:lnTo>
                          <a:pt x="26905" y="77678"/>
                        </a:lnTo>
                        <a:lnTo>
                          <a:pt x="24714" y="85775"/>
                        </a:lnTo>
                        <a:lnTo>
                          <a:pt x="16618" y="8796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92" name="Google Shape;1092;p32"/>
                  <p:cNvSpPr/>
                  <p:nvPr/>
                </p:nvSpPr>
                <p:spPr>
                  <a:xfrm>
                    <a:off x="9597270" y="1577125"/>
                    <a:ext cx="15573" cy="155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573" h="15573" extrusionOk="0">
                        <a:moveTo>
                          <a:pt x="786" y="14883"/>
                        </a:moveTo>
                        <a:lnTo>
                          <a:pt x="786" y="14883"/>
                        </a:lnTo>
                        <a:cubicBezTo>
                          <a:pt x="-262" y="13835"/>
                          <a:pt x="-262" y="12025"/>
                          <a:pt x="786" y="10882"/>
                        </a:cubicBezTo>
                        <a:lnTo>
                          <a:pt x="10882" y="786"/>
                        </a:lnTo>
                        <a:cubicBezTo>
                          <a:pt x="11930" y="-262"/>
                          <a:pt x="13740" y="-262"/>
                          <a:pt x="14788" y="786"/>
                        </a:cubicBezTo>
                        <a:lnTo>
                          <a:pt x="14788" y="786"/>
                        </a:lnTo>
                        <a:cubicBezTo>
                          <a:pt x="15835" y="1834"/>
                          <a:pt x="15835" y="3643"/>
                          <a:pt x="14788" y="4691"/>
                        </a:cubicBezTo>
                        <a:lnTo>
                          <a:pt x="4691" y="14788"/>
                        </a:lnTo>
                        <a:cubicBezTo>
                          <a:pt x="3643" y="15835"/>
                          <a:pt x="1834" y="15835"/>
                          <a:pt x="690" y="1478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grpSp>
        <p:nvGrpSpPr>
          <p:cNvPr id="1093" name="Google Shape;1093;p32"/>
          <p:cNvGrpSpPr/>
          <p:nvPr/>
        </p:nvGrpSpPr>
        <p:grpSpPr>
          <a:xfrm>
            <a:off x="254436" y="3695349"/>
            <a:ext cx="917374" cy="683570"/>
            <a:chOff x="1914620" y="1930431"/>
            <a:chExt cx="572929" cy="426911"/>
          </a:xfrm>
        </p:grpSpPr>
        <p:grpSp>
          <p:nvGrpSpPr>
            <p:cNvPr id="1094" name="Google Shape;1094;p32"/>
            <p:cNvGrpSpPr/>
            <p:nvPr/>
          </p:nvGrpSpPr>
          <p:grpSpPr>
            <a:xfrm>
              <a:off x="1914620" y="1930431"/>
              <a:ext cx="572929" cy="426911"/>
              <a:chOff x="1914620" y="1930431"/>
              <a:chExt cx="572929" cy="426911"/>
            </a:xfrm>
          </p:grpSpPr>
          <p:sp>
            <p:nvSpPr>
              <p:cNvPr id="1095" name="Google Shape;1095;p32"/>
              <p:cNvSpPr/>
              <p:nvPr/>
            </p:nvSpPr>
            <p:spPr>
              <a:xfrm>
                <a:off x="2042160" y="1930431"/>
                <a:ext cx="445389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6" extrusionOk="0">
                    <a:moveTo>
                      <a:pt x="139065" y="7620"/>
                    </a:moveTo>
                    <a:lnTo>
                      <a:pt x="173355" y="41910"/>
                    </a:lnTo>
                    <a:cubicBezTo>
                      <a:pt x="178308" y="46863"/>
                      <a:pt x="185071" y="49721"/>
                      <a:pt x="192119" y="49721"/>
                    </a:cubicBezTo>
                    <a:lnTo>
                      <a:pt x="418910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10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6" name="Google Shape;1096;p32"/>
              <p:cNvSpPr/>
              <p:nvPr/>
            </p:nvSpPr>
            <p:spPr>
              <a:xfrm>
                <a:off x="1978342" y="1994058"/>
                <a:ext cx="445389" cy="299465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5" extrusionOk="0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6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6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7" name="Google Shape;1097;p32"/>
              <p:cNvSpPr/>
              <p:nvPr/>
            </p:nvSpPr>
            <p:spPr>
              <a:xfrm>
                <a:off x="1914620" y="2057876"/>
                <a:ext cx="445389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6" extrusionOk="0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98" name="Google Shape;1098;p32"/>
            <p:cNvSpPr/>
            <p:nvPr/>
          </p:nvSpPr>
          <p:spPr>
            <a:xfrm>
              <a:off x="2024157" y="2180272"/>
              <a:ext cx="222980" cy="101917"/>
            </a:xfrm>
            <a:custGeom>
              <a:avLst/>
              <a:gdLst/>
              <a:ahLst/>
              <a:cxnLst/>
              <a:rect l="l" t="t" r="r" b="b"/>
              <a:pathLst>
                <a:path w="222980" h="101917" extrusionOk="0">
                  <a:moveTo>
                    <a:pt x="25051" y="45529"/>
                  </a:moveTo>
                  <a:lnTo>
                    <a:pt x="0" y="45529"/>
                  </a:lnTo>
                  <a:lnTo>
                    <a:pt x="0" y="56388"/>
                  </a:lnTo>
                  <a:lnTo>
                    <a:pt x="25051" y="56388"/>
                  </a:lnTo>
                  <a:lnTo>
                    <a:pt x="25051" y="45529"/>
                  </a:lnTo>
                  <a:close/>
                  <a:moveTo>
                    <a:pt x="115538" y="79153"/>
                  </a:moveTo>
                  <a:lnTo>
                    <a:pt x="184023" y="79153"/>
                  </a:lnTo>
                  <a:lnTo>
                    <a:pt x="184023" y="68294"/>
                  </a:lnTo>
                  <a:lnTo>
                    <a:pt x="115538" y="68294"/>
                  </a:lnTo>
                  <a:lnTo>
                    <a:pt x="115538" y="79153"/>
                  </a:lnTo>
                  <a:close/>
                  <a:moveTo>
                    <a:pt x="32766" y="56388"/>
                  </a:moveTo>
                  <a:lnTo>
                    <a:pt x="129730" y="56388"/>
                  </a:lnTo>
                  <a:lnTo>
                    <a:pt x="129730" y="45529"/>
                  </a:lnTo>
                  <a:lnTo>
                    <a:pt x="32766" y="45529"/>
                  </a:lnTo>
                  <a:lnTo>
                    <a:pt x="32766" y="56388"/>
                  </a:lnTo>
                  <a:close/>
                  <a:moveTo>
                    <a:pt x="184023" y="0"/>
                  </a:moveTo>
                  <a:lnTo>
                    <a:pt x="23908" y="0"/>
                  </a:lnTo>
                  <a:lnTo>
                    <a:pt x="23908" y="10858"/>
                  </a:lnTo>
                  <a:lnTo>
                    <a:pt x="184023" y="10858"/>
                  </a:lnTo>
                  <a:lnTo>
                    <a:pt x="184023" y="0"/>
                  </a:lnTo>
                  <a:close/>
                  <a:moveTo>
                    <a:pt x="47815" y="22765"/>
                  </a:moveTo>
                  <a:lnTo>
                    <a:pt x="0" y="22765"/>
                  </a:lnTo>
                  <a:lnTo>
                    <a:pt x="0" y="33623"/>
                  </a:lnTo>
                  <a:lnTo>
                    <a:pt x="47815" y="33623"/>
                  </a:lnTo>
                  <a:lnTo>
                    <a:pt x="47815" y="22765"/>
                  </a:lnTo>
                  <a:close/>
                  <a:moveTo>
                    <a:pt x="102584" y="68294"/>
                  </a:moveTo>
                  <a:lnTo>
                    <a:pt x="0" y="68294"/>
                  </a:lnTo>
                  <a:lnTo>
                    <a:pt x="0" y="79153"/>
                  </a:lnTo>
                  <a:lnTo>
                    <a:pt x="102584" y="79153"/>
                  </a:lnTo>
                  <a:lnTo>
                    <a:pt x="102584" y="68294"/>
                  </a:lnTo>
                  <a:close/>
                  <a:moveTo>
                    <a:pt x="146875" y="101918"/>
                  </a:moveTo>
                  <a:lnTo>
                    <a:pt x="195644" y="101918"/>
                  </a:lnTo>
                  <a:lnTo>
                    <a:pt x="195644" y="91059"/>
                  </a:lnTo>
                  <a:lnTo>
                    <a:pt x="146875" y="91059"/>
                  </a:lnTo>
                  <a:lnTo>
                    <a:pt x="146875" y="101918"/>
                  </a:lnTo>
                  <a:close/>
                  <a:moveTo>
                    <a:pt x="0" y="101918"/>
                  </a:moveTo>
                  <a:lnTo>
                    <a:pt x="62198" y="101918"/>
                  </a:lnTo>
                  <a:lnTo>
                    <a:pt x="62198" y="91059"/>
                  </a:lnTo>
                  <a:lnTo>
                    <a:pt x="0" y="91059"/>
                  </a:lnTo>
                  <a:lnTo>
                    <a:pt x="0" y="101918"/>
                  </a:lnTo>
                  <a:close/>
                  <a:moveTo>
                    <a:pt x="60769" y="33623"/>
                  </a:moveTo>
                  <a:lnTo>
                    <a:pt x="222980" y="33623"/>
                  </a:lnTo>
                  <a:lnTo>
                    <a:pt x="222980" y="22765"/>
                  </a:lnTo>
                  <a:lnTo>
                    <a:pt x="60769" y="22765"/>
                  </a:lnTo>
                  <a:lnTo>
                    <a:pt x="60769" y="33623"/>
                  </a:lnTo>
                  <a:close/>
                  <a:moveTo>
                    <a:pt x="190500" y="0"/>
                  </a:moveTo>
                  <a:lnTo>
                    <a:pt x="190500" y="10858"/>
                  </a:lnTo>
                  <a:lnTo>
                    <a:pt x="222980" y="10858"/>
                  </a:lnTo>
                  <a:lnTo>
                    <a:pt x="222980" y="0"/>
                  </a:lnTo>
                  <a:lnTo>
                    <a:pt x="190500" y="0"/>
                  </a:lnTo>
                  <a:close/>
                  <a:moveTo>
                    <a:pt x="137350" y="56388"/>
                  </a:moveTo>
                  <a:lnTo>
                    <a:pt x="222980" y="56388"/>
                  </a:lnTo>
                  <a:lnTo>
                    <a:pt x="222980" y="45529"/>
                  </a:lnTo>
                  <a:lnTo>
                    <a:pt x="137350" y="45529"/>
                  </a:lnTo>
                  <a:lnTo>
                    <a:pt x="137350" y="56388"/>
                  </a:lnTo>
                  <a:close/>
                  <a:moveTo>
                    <a:pt x="196882" y="79153"/>
                  </a:moveTo>
                  <a:lnTo>
                    <a:pt x="222885" y="79153"/>
                  </a:lnTo>
                  <a:lnTo>
                    <a:pt x="222885" y="68294"/>
                  </a:lnTo>
                  <a:lnTo>
                    <a:pt x="196882" y="68294"/>
                  </a:lnTo>
                  <a:lnTo>
                    <a:pt x="196882" y="79153"/>
                  </a:lnTo>
                  <a:close/>
                  <a:moveTo>
                    <a:pt x="75057" y="101918"/>
                  </a:moveTo>
                  <a:lnTo>
                    <a:pt x="139065" y="101918"/>
                  </a:lnTo>
                  <a:lnTo>
                    <a:pt x="139065" y="91059"/>
                  </a:lnTo>
                  <a:lnTo>
                    <a:pt x="75057" y="91059"/>
                  </a:lnTo>
                  <a:lnTo>
                    <a:pt x="75057" y="10191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949;p30">
            <a:extLst>
              <a:ext uri="{FF2B5EF4-FFF2-40B4-BE49-F238E27FC236}">
                <a16:creationId xmlns:a16="http://schemas.microsoft.com/office/drawing/2014/main" id="{D487AD11-D393-D1C8-520E-38953615BB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29495"/>
            <a:ext cx="7704000" cy="6696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Alexandria Black" pitchFamily="2" charset="-78"/>
                <a:cs typeface="Alexandria Black" pitchFamily="2" charset="-78"/>
              </a:rPr>
              <a:t>Bài toán nhận diện</a:t>
            </a:r>
            <a:endParaRPr sz="2400">
              <a:latin typeface="Alexandria Black" pitchFamily="2" charset="-78"/>
              <a:cs typeface="Alexandria Black" pitchFamily="2" charset="-78"/>
            </a:endParaRPr>
          </a:p>
        </p:txBody>
      </p:sp>
      <p:sp>
        <p:nvSpPr>
          <p:cNvPr id="7" name="Google Shape;756;p28">
            <a:extLst>
              <a:ext uri="{FF2B5EF4-FFF2-40B4-BE49-F238E27FC236}">
                <a16:creationId xmlns:a16="http://schemas.microsoft.com/office/drawing/2014/main" id="{E50BB8E4-FCA9-6BBF-2E88-76555E3658B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89549" y="1432131"/>
            <a:ext cx="4082451" cy="6696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>
                <a:latin typeface="Alexandria Black" pitchFamily="2" charset="-78"/>
                <a:cs typeface="Alexandria Black" pitchFamily="2" charset="-78"/>
              </a:rPr>
              <a:t>Đầu vào bài toán</a:t>
            </a:r>
            <a:r>
              <a:rPr lang="en" sz="1400">
                <a:latin typeface="Alexandria Light" pitchFamily="2" charset="-78"/>
                <a:cs typeface="Alexandria Light" pitchFamily="2" charset="-78"/>
              </a:rPr>
              <a:t>: 01 ảnh duy nhất bao gồm </a:t>
            </a:r>
            <a:r>
              <a:rPr lang="en" sz="1400" b="1">
                <a:solidFill>
                  <a:srgbClr val="FF0000"/>
                </a:solidFill>
                <a:latin typeface="Alexandria Light" pitchFamily="2" charset="-78"/>
                <a:cs typeface="Alexandria Light" pitchFamily="2" charset="-78"/>
              </a:rPr>
              <a:t>nhiều</a:t>
            </a:r>
            <a:r>
              <a:rPr lang="en" sz="1400">
                <a:latin typeface="Alexandria Light" pitchFamily="2" charset="-78"/>
                <a:cs typeface="Alexandria Light" pitchFamily="2" charset="-78"/>
              </a:rPr>
              <a:t> chữ số, chữ latinh hoặc hình dạng cơ bản</a:t>
            </a:r>
            <a:endParaRPr sz="1400">
              <a:latin typeface="Alexandria Light" pitchFamily="2" charset="-78"/>
              <a:cs typeface="Alexandria Light" pitchFamily="2" charset="-78"/>
            </a:endParaRPr>
          </a:p>
        </p:txBody>
      </p:sp>
      <p:sp>
        <p:nvSpPr>
          <p:cNvPr id="8" name="Google Shape;756;p28">
            <a:extLst>
              <a:ext uri="{FF2B5EF4-FFF2-40B4-BE49-F238E27FC236}">
                <a16:creationId xmlns:a16="http://schemas.microsoft.com/office/drawing/2014/main" id="{3BACFE2A-2B9C-6759-160F-986735308110}"/>
              </a:ext>
            </a:extLst>
          </p:cNvPr>
          <p:cNvSpPr txBox="1">
            <a:spLocks/>
          </p:cNvSpPr>
          <p:nvPr/>
        </p:nvSpPr>
        <p:spPr>
          <a:xfrm>
            <a:off x="489549" y="2723111"/>
            <a:ext cx="4022490" cy="875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>
              <a:buFont typeface="Nunito Light"/>
              <a:buNone/>
            </a:pPr>
            <a:r>
              <a:rPr lang="en-US" sz="1400" b="1">
                <a:latin typeface="Alexandria Black" pitchFamily="2" charset="-78"/>
                <a:cs typeface="Alexandria Black" pitchFamily="2" charset="-78"/>
              </a:rPr>
              <a:t>Đầu ra bài toán</a:t>
            </a:r>
            <a:r>
              <a:rPr lang="en-US" sz="1400">
                <a:latin typeface="Alexandria Light" pitchFamily="2" charset="-78"/>
                <a:cs typeface="Alexandria Light" pitchFamily="2" charset="-78"/>
              </a:rPr>
              <a:t>: Chuỗi chứa các chữ số dạng string (với chữ số viết tay) hoặc danh sách tên các hình xuất hiện.</a:t>
            </a:r>
          </a:p>
        </p:txBody>
      </p:sp>
      <p:sp>
        <p:nvSpPr>
          <p:cNvPr id="9" name="Google Shape;1020;p32">
            <a:extLst>
              <a:ext uri="{FF2B5EF4-FFF2-40B4-BE49-F238E27FC236}">
                <a16:creationId xmlns:a16="http://schemas.microsoft.com/office/drawing/2014/main" id="{9E846386-4EB7-17FB-BE6C-038B5C83A4B6}"/>
              </a:ext>
            </a:extLst>
          </p:cNvPr>
          <p:cNvSpPr txBox="1">
            <a:spLocks/>
          </p:cNvSpPr>
          <p:nvPr/>
        </p:nvSpPr>
        <p:spPr>
          <a:xfrm>
            <a:off x="5173247" y="1766944"/>
            <a:ext cx="1707238" cy="192317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6600">
                <a:latin typeface="Alexandria Black" pitchFamily="2" charset="-78"/>
                <a:cs typeface="Alexandria Black" pitchFamily="2" charset="-78"/>
              </a:rPr>
              <a:t>8</a:t>
            </a:r>
            <a:endParaRPr lang="en" sz="11500">
              <a:latin typeface="Alexandria Black" pitchFamily="2" charset="-78"/>
              <a:cs typeface="Alexandria Black" pitchFamily="2" charset="-78"/>
            </a:endParaRPr>
          </a:p>
        </p:txBody>
      </p:sp>
      <p:sp>
        <p:nvSpPr>
          <p:cNvPr id="10" name="Google Shape;756;p28">
            <a:extLst>
              <a:ext uri="{FF2B5EF4-FFF2-40B4-BE49-F238E27FC236}">
                <a16:creationId xmlns:a16="http://schemas.microsoft.com/office/drawing/2014/main" id="{CFF657BC-E9C6-15E6-48AB-614E49CFD7C7}"/>
              </a:ext>
            </a:extLst>
          </p:cNvPr>
          <p:cNvSpPr txBox="1">
            <a:spLocks/>
          </p:cNvSpPr>
          <p:nvPr/>
        </p:nvSpPr>
        <p:spPr>
          <a:xfrm>
            <a:off x="6880485" y="1633336"/>
            <a:ext cx="1501137" cy="1354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>
              <a:buFont typeface="Nunito Light"/>
              <a:buNone/>
            </a:pPr>
            <a:r>
              <a:rPr lang="en-US" sz="1800">
                <a:latin typeface="Alexandria Light" pitchFamily="2" charset="-78"/>
                <a:cs typeface="Alexandria Light" pitchFamily="2" charset="-78"/>
              </a:rPr>
              <a:t>Bước tiền xử trước khi truyền vào model </a:t>
            </a:r>
          </a:p>
        </p:txBody>
      </p:sp>
      <p:sp>
        <p:nvSpPr>
          <p:cNvPr id="11" name="Google Shape;1020;p32">
            <a:extLst>
              <a:ext uri="{FF2B5EF4-FFF2-40B4-BE49-F238E27FC236}">
                <a16:creationId xmlns:a16="http://schemas.microsoft.com/office/drawing/2014/main" id="{87D43946-CD8D-9D82-761D-D2D87F19BC86}"/>
              </a:ext>
            </a:extLst>
          </p:cNvPr>
          <p:cNvSpPr txBox="1">
            <a:spLocks/>
          </p:cNvSpPr>
          <p:nvPr/>
        </p:nvSpPr>
        <p:spPr>
          <a:xfrm>
            <a:off x="5419083" y="3381288"/>
            <a:ext cx="726441" cy="93315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6000">
                <a:solidFill>
                  <a:srgbClr val="FF0000"/>
                </a:solidFill>
                <a:latin typeface="Alexandria Black" pitchFamily="2" charset="-78"/>
                <a:cs typeface="Alexandria Black" pitchFamily="2" charset="-78"/>
              </a:rPr>
              <a:t>5</a:t>
            </a:r>
            <a:endParaRPr lang="en" sz="11500">
              <a:solidFill>
                <a:srgbClr val="FF0000"/>
              </a:solidFill>
              <a:latin typeface="Alexandria Black" pitchFamily="2" charset="-78"/>
              <a:cs typeface="Alexandria Black" pitchFamily="2" charset="-78"/>
            </a:endParaRPr>
          </a:p>
        </p:txBody>
      </p:sp>
      <p:sp>
        <p:nvSpPr>
          <p:cNvPr id="12" name="Google Shape;756;p28">
            <a:extLst>
              <a:ext uri="{FF2B5EF4-FFF2-40B4-BE49-F238E27FC236}">
                <a16:creationId xmlns:a16="http://schemas.microsoft.com/office/drawing/2014/main" id="{4BCDC2A9-42E3-1714-A75C-F12D1F58AEF2}"/>
              </a:ext>
            </a:extLst>
          </p:cNvPr>
          <p:cNvSpPr txBox="1">
            <a:spLocks/>
          </p:cNvSpPr>
          <p:nvPr/>
        </p:nvSpPr>
        <p:spPr>
          <a:xfrm>
            <a:off x="6085563" y="3487087"/>
            <a:ext cx="661208" cy="540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>
              <a:buFont typeface="Nunito Light"/>
              <a:buNone/>
            </a:pPr>
            <a:r>
              <a:rPr lang="en-US" sz="1100">
                <a:latin typeface="Alexandria Light" pitchFamily="2" charset="-78"/>
                <a:cs typeface="Alexandria Light" pitchFamily="2" charset="-78"/>
              </a:rPr>
              <a:t>Xử lý chung</a:t>
            </a:r>
          </a:p>
        </p:txBody>
      </p:sp>
      <p:sp>
        <p:nvSpPr>
          <p:cNvPr id="13" name="Google Shape;1020;p32">
            <a:extLst>
              <a:ext uri="{FF2B5EF4-FFF2-40B4-BE49-F238E27FC236}">
                <a16:creationId xmlns:a16="http://schemas.microsoft.com/office/drawing/2014/main" id="{83031668-0A56-9995-356E-F79118DD6428}"/>
              </a:ext>
            </a:extLst>
          </p:cNvPr>
          <p:cNvSpPr txBox="1">
            <a:spLocks/>
          </p:cNvSpPr>
          <p:nvPr/>
        </p:nvSpPr>
        <p:spPr>
          <a:xfrm>
            <a:off x="6875213" y="3365066"/>
            <a:ext cx="726441" cy="93315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6000">
                <a:solidFill>
                  <a:srgbClr val="00B0F0"/>
                </a:solidFill>
                <a:latin typeface="Alexandria Black" pitchFamily="2" charset="-78"/>
                <a:cs typeface="Alexandria Black" pitchFamily="2" charset="-78"/>
              </a:rPr>
              <a:t>3</a:t>
            </a:r>
            <a:endParaRPr lang="en" sz="11500">
              <a:solidFill>
                <a:srgbClr val="00B0F0"/>
              </a:solidFill>
              <a:latin typeface="Alexandria Black" pitchFamily="2" charset="-78"/>
              <a:cs typeface="Alexandria Black" pitchFamily="2" charset="-78"/>
            </a:endParaRPr>
          </a:p>
        </p:txBody>
      </p:sp>
      <p:sp>
        <p:nvSpPr>
          <p:cNvPr id="14" name="Google Shape;756;p28">
            <a:extLst>
              <a:ext uri="{FF2B5EF4-FFF2-40B4-BE49-F238E27FC236}">
                <a16:creationId xmlns:a16="http://schemas.microsoft.com/office/drawing/2014/main" id="{487F6F02-1AE3-EDEF-5DD0-F2C149F38262}"/>
              </a:ext>
            </a:extLst>
          </p:cNvPr>
          <p:cNvSpPr txBox="1">
            <a:spLocks/>
          </p:cNvSpPr>
          <p:nvPr/>
        </p:nvSpPr>
        <p:spPr>
          <a:xfrm>
            <a:off x="7541693" y="3470865"/>
            <a:ext cx="661208" cy="540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>
              <a:buFont typeface="Nunito Light"/>
              <a:buNone/>
            </a:pPr>
            <a:r>
              <a:rPr lang="en-US" sz="1100">
                <a:latin typeface="Alexandria Light" pitchFamily="2" charset="-78"/>
                <a:cs typeface="Alexandria Light" pitchFamily="2" charset="-78"/>
              </a:rPr>
              <a:t>Xử lý riêng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7">
          <a:extLst>
            <a:ext uri="{FF2B5EF4-FFF2-40B4-BE49-F238E27FC236}">
              <a16:creationId xmlns:a16="http://schemas.microsoft.com/office/drawing/2014/main" id="{220A6504-07C3-CBD9-3FD8-F2A6D1624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32">
            <a:extLst>
              <a:ext uri="{FF2B5EF4-FFF2-40B4-BE49-F238E27FC236}">
                <a16:creationId xmlns:a16="http://schemas.microsoft.com/office/drawing/2014/main" id="{728F33EB-9344-4C40-C579-D4DF32CA5766}"/>
              </a:ext>
            </a:extLst>
          </p:cNvPr>
          <p:cNvSpPr/>
          <p:nvPr/>
        </p:nvSpPr>
        <p:spPr>
          <a:xfrm rot="-7219687" flipH="1">
            <a:off x="-1095655" y="408466"/>
            <a:ext cx="5219277" cy="4707906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9" name="Google Shape;1019;p32">
            <a:extLst>
              <a:ext uri="{FF2B5EF4-FFF2-40B4-BE49-F238E27FC236}">
                <a16:creationId xmlns:a16="http://schemas.microsoft.com/office/drawing/2014/main" id="{5BBD2E2B-F7BD-34B8-64C6-2C38090A80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47175" y="2571974"/>
            <a:ext cx="4383600" cy="16866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lexandria Medium" pitchFamily="2" charset="-78"/>
                <a:cs typeface="Alexandria Medium" pitchFamily="2" charset="-78"/>
              </a:rPr>
              <a:t>CÁC BƯỚC</a:t>
            </a:r>
            <a:br>
              <a:rPr lang="en">
                <a:latin typeface="Alexandria Medium" pitchFamily="2" charset="-78"/>
                <a:cs typeface="Alexandria Medium" pitchFamily="2" charset="-78"/>
              </a:rPr>
            </a:br>
            <a:r>
              <a:rPr lang="en">
                <a:latin typeface="Alexandria Medium" pitchFamily="2" charset="-78"/>
                <a:cs typeface="Alexandria Medium" pitchFamily="2" charset="-78"/>
              </a:rPr>
              <a:t>TIỀN XỬ LÝ</a:t>
            </a:r>
            <a:endParaRPr>
              <a:latin typeface="Alexandria Medium" pitchFamily="2" charset="-78"/>
              <a:cs typeface="Alexandria Medium" pitchFamily="2" charset="-78"/>
            </a:endParaRPr>
          </a:p>
        </p:txBody>
      </p:sp>
      <p:sp>
        <p:nvSpPr>
          <p:cNvPr id="1020" name="Google Shape;1020;p32">
            <a:extLst>
              <a:ext uri="{FF2B5EF4-FFF2-40B4-BE49-F238E27FC236}">
                <a16:creationId xmlns:a16="http://schemas.microsoft.com/office/drawing/2014/main" id="{9F1B9CF6-5E0A-1D96-015D-8A890803307D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839123" y="1262236"/>
            <a:ext cx="1956093" cy="129409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latin typeface="Alexandria Black" pitchFamily="2" charset="-78"/>
                <a:cs typeface="Alexandria Black" pitchFamily="2" charset="-78"/>
              </a:rPr>
              <a:t>02</a:t>
            </a:r>
            <a:endParaRPr sz="8000">
              <a:latin typeface="Alexandria Black" pitchFamily="2" charset="-78"/>
              <a:cs typeface="Alexandria Black" pitchFamily="2" charset="-78"/>
            </a:endParaRPr>
          </a:p>
        </p:txBody>
      </p:sp>
      <p:pic>
        <p:nvPicPr>
          <p:cNvPr id="1021" name="Google Shape;1021;p32">
            <a:extLst>
              <a:ext uri="{FF2B5EF4-FFF2-40B4-BE49-F238E27FC236}">
                <a16:creationId xmlns:a16="http://schemas.microsoft.com/office/drawing/2014/main" id="{CFD973CE-6469-705C-21FE-4BFFCE230266}"/>
              </a:ext>
            </a:extLst>
          </p:cNvPr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l="9184" r="24068"/>
          <a:stretch/>
        </p:blipFill>
        <p:spPr>
          <a:xfrm>
            <a:off x="484625" y="1076550"/>
            <a:ext cx="2990400" cy="2990400"/>
          </a:xfrm>
          <a:prstGeom prst="roundRect">
            <a:avLst>
              <a:gd name="adj" fmla="val 16667"/>
            </a:avLst>
          </a:prstGeom>
        </p:spPr>
      </p:pic>
      <p:grpSp>
        <p:nvGrpSpPr>
          <p:cNvPr id="1022" name="Google Shape;1022;p32">
            <a:extLst>
              <a:ext uri="{FF2B5EF4-FFF2-40B4-BE49-F238E27FC236}">
                <a16:creationId xmlns:a16="http://schemas.microsoft.com/office/drawing/2014/main" id="{E163E113-282B-5F8B-7D9F-E080CD797786}"/>
              </a:ext>
            </a:extLst>
          </p:cNvPr>
          <p:cNvGrpSpPr/>
          <p:nvPr/>
        </p:nvGrpSpPr>
        <p:grpSpPr>
          <a:xfrm>
            <a:off x="7441503" y="289852"/>
            <a:ext cx="1366913" cy="1382099"/>
            <a:chOff x="6568493" y="8"/>
            <a:chExt cx="1820608" cy="1840590"/>
          </a:xfrm>
        </p:grpSpPr>
        <p:sp>
          <p:nvSpPr>
            <p:cNvPr id="1023" name="Google Shape;1023;p32">
              <a:extLst>
                <a:ext uri="{FF2B5EF4-FFF2-40B4-BE49-F238E27FC236}">
                  <a16:creationId xmlns:a16="http://schemas.microsoft.com/office/drawing/2014/main" id="{4D6E3522-83FF-3409-05DE-290D5860FBD3}"/>
                </a:ext>
              </a:extLst>
            </p:cNvPr>
            <p:cNvSpPr/>
            <p:nvPr/>
          </p:nvSpPr>
          <p:spPr>
            <a:xfrm>
              <a:off x="6737915" y="169351"/>
              <a:ext cx="1651185" cy="1671247"/>
            </a:xfrm>
            <a:custGeom>
              <a:avLst/>
              <a:gdLst/>
              <a:ahLst/>
              <a:cxnLst/>
              <a:rect l="l" t="t" r="r" b="b"/>
              <a:pathLst>
                <a:path w="1959864" h="1983676" extrusionOk="0">
                  <a:moveTo>
                    <a:pt x="1868520" y="0"/>
                  </a:moveTo>
                  <a:lnTo>
                    <a:pt x="91345" y="0"/>
                  </a:lnTo>
                  <a:cubicBezTo>
                    <a:pt x="40958" y="0"/>
                    <a:pt x="0" y="40958"/>
                    <a:pt x="0" y="91345"/>
                  </a:cubicBezTo>
                  <a:lnTo>
                    <a:pt x="0" y="1892427"/>
                  </a:lnTo>
                  <a:cubicBezTo>
                    <a:pt x="0" y="1942814"/>
                    <a:pt x="40958" y="1983677"/>
                    <a:pt x="91345" y="1983677"/>
                  </a:cubicBezTo>
                  <a:lnTo>
                    <a:pt x="1868520" y="1983677"/>
                  </a:lnTo>
                  <a:cubicBezTo>
                    <a:pt x="1918906" y="1983677"/>
                    <a:pt x="1959864" y="1942814"/>
                    <a:pt x="1959864" y="1892427"/>
                  </a:cubicBezTo>
                  <a:lnTo>
                    <a:pt x="1959864" y="91345"/>
                  </a:lnTo>
                  <a:cubicBezTo>
                    <a:pt x="1959864" y="40958"/>
                    <a:pt x="1918906" y="0"/>
                    <a:pt x="18685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4" name="Google Shape;1024;p32">
              <a:extLst>
                <a:ext uri="{FF2B5EF4-FFF2-40B4-BE49-F238E27FC236}">
                  <a16:creationId xmlns:a16="http://schemas.microsoft.com/office/drawing/2014/main" id="{17AA826F-8BB3-0EEF-9121-7935A9375D07}"/>
                </a:ext>
              </a:extLst>
            </p:cNvPr>
            <p:cNvSpPr/>
            <p:nvPr/>
          </p:nvSpPr>
          <p:spPr>
            <a:xfrm>
              <a:off x="6653203" y="8"/>
              <a:ext cx="1651185" cy="1671247"/>
            </a:xfrm>
            <a:custGeom>
              <a:avLst/>
              <a:gdLst/>
              <a:ahLst/>
              <a:cxnLst/>
              <a:rect l="l" t="t" r="r" b="b"/>
              <a:pathLst>
                <a:path w="1959864" h="1983676" extrusionOk="0">
                  <a:moveTo>
                    <a:pt x="1868519" y="0"/>
                  </a:moveTo>
                  <a:lnTo>
                    <a:pt x="91345" y="0"/>
                  </a:lnTo>
                  <a:cubicBezTo>
                    <a:pt x="40958" y="0"/>
                    <a:pt x="0" y="40958"/>
                    <a:pt x="0" y="91345"/>
                  </a:cubicBezTo>
                  <a:lnTo>
                    <a:pt x="0" y="1892427"/>
                  </a:lnTo>
                  <a:cubicBezTo>
                    <a:pt x="0" y="1942814"/>
                    <a:pt x="40958" y="1983677"/>
                    <a:pt x="91345" y="1983677"/>
                  </a:cubicBezTo>
                  <a:lnTo>
                    <a:pt x="1868519" y="1983677"/>
                  </a:lnTo>
                  <a:cubicBezTo>
                    <a:pt x="1918907" y="1983677"/>
                    <a:pt x="1959865" y="1942814"/>
                    <a:pt x="1959865" y="1892427"/>
                  </a:cubicBezTo>
                  <a:lnTo>
                    <a:pt x="1959865" y="91345"/>
                  </a:lnTo>
                  <a:cubicBezTo>
                    <a:pt x="1959865" y="40958"/>
                    <a:pt x="1918907" y="0"/>
                    <a:pt x="186851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25" name="Google Shape;1025;p32">
              <a:extLst>
                <a:ext uri="{FF2B5EF4-FFF2-40B4-BE49-F238E27FC236}">
                  <a16:creationId xmlns:a16="http://schemas.microsoft.com/office/drawing/2014/main" id="{4A6A845D-8D3F-F90F-C534-7A4B1847E1E5}"/>
                </a:ext>
              </a:extLst>
            </p:cNvPr>
            <p:cNvGrpSpPr/>
            <p:nvPr/>
          </p:nvGrpSpPr>
          <p:grpSpPr>
            <a:xfrm>
              <a:off x="6568493" y="84720"/>
              <a:ext cx="1649109" cy="1669065"/>
              <a:chOff x="8921020" y="472154"/>
              <a:chExt cx="1959958" cy="1983676"/>
            </a:xfrm>
          </p:grpSpPr>
          <p:sp>
            <p:nvSpPr>
              <p:cNvPr id="1026" name="Google Shape;1026;p32">
                <a:extLst>
                  <a:ext uri="{FF2B5EF4-FFF2-40B4-BE49-F238E27FC236}">
                    <a16:creationId xmlns:a16="http://schemas.microsoft.com/office/drawing/2014/main" id="{7BABC6E3-D3CD-F401-A72F-210613F21430}"/>
                  </a:ext>
                </a:extLst>
              </p:cNvPr>
              <p:cNvSpPr/>
              <p:nvPr/>
            </p:nvSpPr>
            <p:spPr>
              <a:xfrm>
                <a:off x="8921114" y="472154"/>
                <a:ext cx="1959864" cy="1983676"/>
              </a:xfrm>
              <a:custGeom>
                <a:avLst/>
                <a:gdLst/>
                <a:ahLst/>
                <a:cxnLst/>
                <a:rect l="l" t="t" r="r" b="b"/>
                <a:pathLst>
                  <a:path w="1959864" h="1983676" extrusionOk="0">
                    <a:moveTo>
                      <a:pt x="1959864" y="91345"/>
                    </a:moveTo>
                    <a:lnTo>
                      <a:pt x="1959864" y="1892427"/>
                    </a:lnTo>
                    <a:cubicBezTo>
                      <a:pt x="1959864" y="1942814"/>
                      <a:pt x="1918907" y="1983677"/>
                      <a:pt x="1868520" y="1983677"/>
                    </a:cubicBezTo>
                    <a:lnTo>
                      <a:pt x="91345" y="1983677"/>
                    </a:lnTo>
                    <a:cubicBezTo>
                      <a:pt x="40958" y="1983677"/>
                      <a:pt x="0" y="1942814"/>
                      <a:pt x="0" y="1892427"/>
                    </a:cubicBezTo>
                    <a:lnTo>
                      <a:pt x="0" y="91345"/>
                    </a:lnTo>
                    <a:cubicBezTo>
                      <a:pt x="0" y="40958"/>
                      <a:pt x="40958" y="0"/>
                      <a:pt x="91345" y="0"/>
                    </a:cubicBezTo>
                    <a:lnTo>
                      <a:pt x="1868520" y="0"/>
                    </a:lnTo>
                    <a:cubicBezTo>
                      <a:pt x="1918907" y="0"/>
                      <a:pt x="1959864" y="40958"/>
                      <a:pt x="1959864" y="9134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7" name="Google Shape;1027;p32">
                <a:extLst>
                  <a:ext uri="{FF2B5EF4-FFF2-40B4-BE49-F238E27FC236}">
                    <a16:creationId xmlns:a16="http://schemas.microsoft.com/office/drawing/2014/main" id="{B8B3A769-888D-7AE5-3308-EBC513A17B4F}"/>
                  </a:ext>
                </a:extLst>
              </p:cNvPr>
              <p:cNvSpPr/>
              <p:nvPr/>
            </p:nvSpPr>
            <p:spPr>
              <a:xfrm>
                <a:off x="8921020" y="472154"/>
                <a:ext cx="1959958" cy="172307"/>
              </a:xfrm>
              <a:custGeom>
                <a:avLst/>
                <a:gdLst/>
                <a:ahLst/>
                <a:cxnLst/>
                <a:rect l="l" t="t" r="r" b="b"/>
                <a:pathLst>
                  <a:path w="1959958" h="172307" extrusionOk="0">
                    <a:moveTo>
                      <a:pt x="1959959" y="91345"/>
                    </a:moveTo>
                    <a:lnTo>
                      <a:pt x="1959959" y="172307"/>
                    </a:lnTo>
                    <a:lnTo>
                      <a:pt x="0" y="172307"/>
                    </a:lnTo>
                    <a:lnTo>
                      <a:pt x="0" y="91345"/>
                    </a:lnTo>
                    <a:cubicBezTo>
                      <a:pt x="0" y="40958"/>
                      <a:pt x="40957" y="0"/>
                      <a:pt x="91344" y="0"/>
                    </a:cubicBezTo>
                    <a:lnTo>
                      <a:pt x="1868519" y="0"/>
                    </a:lnTo>
                    <a:cubicBezTo>
                      <a:pt x="1918906" y="0"/>
                      <a:pt x="1959864" y="40958"/>
                      <a:pt x="1959864" y="91345"/>
                    </a:cubicBezTo>
                    <a:close/>
                  </a:path>
                </a:pathLst>
              </a:custGeom>
              <a:solidFill>
                <a:srgbClr val="000000">
                  <a:alpha val="1006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28" name="Google Shape;1028;p32">
                <a:extLst>
                  <a:ext uri="{FF2B5EF4-FFF2-40B4-BE49-F238E27FC236}">
                    <a16:creationId xmlns:a16="http://schemas.microsoft.com/office/drawing/2014/main" id="{C728CB19-694A-4865-149D-2EE28D707774}"/>
                  </a:ext>
                </a:extLst>
              </p:cNvPr>
              <p:cNvGrpSpPr/>
              <p:nvPr/>
            </p:nvGrpSpPr>
            <p:grpSpPr>
              <a:xfrm>
                <a:off x="9011888" y="537781"/>
                <a:ext cx="255174" cy="64389"/>
                <a:chOff x="9011888" y="537781"/>
                <a:chExt cx="255174" cy="64389"/>
              </a:xfrm>
            </p:grpSpPr>
            <p:sp>
              <p:nvSpPr>
                <p:cNvPr id="1029" name="Google Shape;1029;p32">
                  <a:extLst>
                    <a:ext uri="{FF2B5EF4-FFF2-40B4-BE49-F238E27FC236}">
                      <a16:creationId xmlns:a16="http://schemas.microsoft.com/office/drawing/2014/main" id="{9710FA31-688F-90E1-EDFE-DB3375F24699}"/>
                    </a:ext>
                  </a:extLst>
                </p:cNvPr>
                <p:cNvSpPr/>
                <p:nvPr/>
              </p:nvSpPr>
              <p:spPr>
                <a:xfrm>
                  <a:off x="9202673" y="537781"/>
                  <a:ext cx="64389" cy="643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89" h="64389" extrusionOk="0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0" name="Google Shape;1030;p32">
                  <a:extLst>
                    <a:ext uri="{FF2B5EF4-FFF2-40B4-BE49-F238E27FC236}">
                      <a16:creationId xmlns:a16="http://schemas.microsoft.com/office/drawing/2014/main" id="{7E554A29-D8F2-A977-6C19-87BBD39CC0EC}"/>
                    </a:ext>
                  </a:extLst>
                </p:cNvPr>
                <p:cNvSpPr/>
                <p:nvPr/>
              </p:nvSpPr>
              <p:spPr>
                <a:xfrm>
                  <a:off x="9107233" y="537781"/>
                  <a:ext cx="64389" cy="643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89" h="64389" extrusionOk="0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1" name="Google Shape;1031;p32">
                  <a:extLst>
                    <a:ext uri="{FF2B5EF4-FFF2-40B4-BE49-F238E27FC236}">
                      <a16:creationId xmlns:a16="http://schemas.microsoft.com/office/drawing/2014/main" id="{3BFAC584-35D1-2601-256C-3AE0C41B33DA}"/>
                    </a:ext>
                  </a:extLst>
                </p:cNvPr>
                <p:cNvSpPr/>
                <p:nvPr/>
              </p:nvSpPr>
              <p:spPr>
                <a:xfrm>
                  <a:off x="9011888" y="537781"/>
                  <a:ext cx="64389" cy="643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89" h="64389" extrusionOk="0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32" name="Google Shape;1032;p32">
              <a:extLst>
                <a:ext uri="{FF2B5EF4-FFF2-40B4-BE49-F238E27FC236}">
                  <a16:creationId xmlns:a16="http://schemas.microsoft.com/office/drawing/2014/main" id="{8C2CF328-7A62-0E9C-33D2-C44E46F96E8C}"/>
                </a:ext>
              </a:extLst>
            </p:cNvPr>
            <p:cNvGrpSpPr/>
            <p:nvPr/>
          </p:nvGrpSpPr>
          <p:grpSpPr>
            <a:xfrm>
              <a:off x="6795939" y="406335"/>
              <a:ext cx="1194216" cy="1228757"/>
              <a:chOff x="9191339" y="854392"/>
              <a:chExt cx="1419320" cy="1460372"/>
            </a:xfrm>
          </p:grpSpPr>
          <p:grpSp>
            <p:nvGrpSpPr>
              <p:cNvPr id="1033" name="Google Shape;1033;p32">
                <a:extLst>
                  <a:ext uri="{FF2B5EF4-FFF2-40B4-BE49-F238E27FC236}">
                    <a16:creationId xmlns:a16="http://schemas.microsoft.com/office/drawing/2014/main" id="{15A91CC3-0C82-BC20-7889-7E17F564368A}"/>
                  </a:ext>
                </a:extLst>
              </p:cNvPr>
              <p:cNvGrpSpPr/>
              <p:nvPr/>
            </p:nvGrpSpPr>
            <p:grpSpPr>
              <a:xfrm>
                <a:off x="9191339" y="1884045"/>
                <a:ext cx="604932" cy="420243"/>
                <a:chOff x="9191339" y="1884045"/>
                <a:chExt cx="604932" cy="420243"/>
              </a:xfrm>
            </p:grpSpPr>
            <p:sp>
              <p:nvSpPr>
                <p:cNvPr id="1034" name="Google Shape;1034;p32">
                  <a:extLst>
                    <a:ext uri="{FF2B5EF4-FFF2-40B4-BE49-F238E27FC236}">
                      <a16:creationId xmlns:a16="http://schemas.microsoft.com/office/drawing/2014/main" id="{10ED3DCC-B39F-48B8-98E4-0EBD36317E1F}"/>
                    </a:ext>
                  </a:extLst>
                </p:cNvPr>
                <p:cNvSpPr/>
                <p:nvPr/>
              </p:nvSpPr>
              <p:spPr>
                <a:xfrm>
                  <a:off x="9191339" y="1884045"/>
                  <a:ext cx="2370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077" h="52959" extrusionOk="0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5" name="Google Shape;1035;p32">
                  <a:extLst>
                    <a:ext uri="{FF2B5EF4-FFF2-40B4-BE49-F238E27FC236}">
                      <a16:creationId xmlns:a16="http://schemas.microsoft.com/office/drawing/2014/main" id="{3E95F71D-FC8E-BA05-0C7A-BF42FCDDB351}"/>
                    </a:ext>
                  </a:extLst>
                </p:cNvPr>
                <p:cNvSpPr/>
                <p:nvPr/>
              </p:nvSpPr>
              <p:spPr>
                <a:xfrm>
                  <a:off x="9449466" y="1884045"/>
                  <a:ext cx="18249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498" h="52959" extrusionOk="0">
                      <a:moveTo>
                        <a:pt x="0" y="0"/>
                      </a:moveTo>
                      <a:lnTo>
                        <a:pt x="182499" y="0"/>
                      </a:lnTo>
                      <a:lnTo>
                        <a:pt x="18249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6" name="Google Shape;1036;p32">
                  <a:extLst>
                    <a:ext uri="{FF2B5EF4-FFF2-40B4-BE49-F238E27FC236}">
                      <a16:creationId xmlns:a16="http://schemas.microsoft.com/office/drawing/2014/main" id="{6FEC118E-A204-0457-F291-DD0AB3885095}"/>
                    </a:ext>
                  </a:extLst>
                </p:cNvPr>
                <p:cNvSpPr/>
                <p:nvPr/>
              </p:nvSpPr>
              <p:spPr>
                <a:xfrm>
                  <a:off x="9651396" y="1884045"/>
                  <a:ext cx="14487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875" h="52959" extrusionOk="0">
                      <a:moveTo>
                        <a:pt x="0" y="0"/>
                      </a:moveTo>
                      <a:lnTo>
                        <a:pt x="144876" y="0"/>
                      </a:lnTo>
                      <a:lnTo>
                        <a:pt x="14487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7" name="Google Shape;1037;p32">
                  <a:extLst>
                    <a:ext uri="{FF2B5EF4-FFF2-40B4-BE49-F238E27FC236}">
                      <a16:creationId xmlns:a16="http://schemas.microsoft.com/office/drawing/2014/main" id="{51B996AC-C771-C6A7-3311-B0516F0BCF4E}"/>
                    </a:ext>
                  </a:extLst>
                </p:cNvPr>
                <p:cNvSpPr/>
                <p:nvPr/>
              </p:nvSpPr>
              <p:spPr>
                <a:xfrm>
                  <a:off x="9308306" y="2006536"/>
                  <a:ext cx="48796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965" h="52959" extrusionOk="0">
                      <a:moveTo>
                        <a:pt x="0" y="0"/>
                      </a:moveTo>
                      <a:lnTo>
                        <a:pt x="487966" y="0"/>
                      </a:lnTo>
                      <a:lnTo>
                        <a:pt x="48796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8" name="Google Shape;1038;p32">
                  <a:extLst>
                    <a:ext uri="{FF2B5EF4-FFF2-40B4-BE49-F238E27FC236}">
                      <a16:creationId xmlns:a16="http://schemas.microsoft.com/office/drawing/2014/main" id="{FC0708D9-D3EE-ECE6-1546-6C938B267418}"/>
                    </a:ext>
                  </a:extLst>
                </p:cNvPr>
                <p:cNvSpPr/>
                <p:nvPr/>
              </p:nvSpPr>
              <p:spPr>
                <a:xfrm>
                  <a:off x="9191339" y="2006536"/>
                  <a:ext cx="8963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30" h="52959" extrusionOk="0">
                      <a:moveTo>
                        <a:pt x="0" y="0"/>
                      </a:moveTo>
                      <a:lnTo>
                        <a:pt x="89630" y="0"/>
                      </a:lnTo>
                      <a:lnTo>
                        <a:pt x="8963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9" name="Google Shape;1039;p32">
                  <a:extLst>
                    <a:ext uri="{FF2B5EF4-FFF2-40B4-BE49-F238E27FC236}">
                      <a16:creationId xmlns:a16="http://schemas.microsoft.com/office/drawing/2014/main" id="{2DB5B69F-90F3-59DD-F312-46460B0EB0AA}"/>
                    </a:ext>
                  </a:extLst>
                </p:cNvPr>
                <p:cNvSpPr/>
                <p:nvPr/>
              </p:nvSpPr>
              <p:spPr>
                <a:xfrm>
                  <a:off x="9460325" y="2128932"/>
                  <a:ext cx="23079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790" h="52959" extrusionOk="0">
                      <a:moveTo>
                        <a:pt x="0" y="0"/>
                      </a:moveTo>
                      <a:lnTo>
                        <a:pt x="230791" y="0"/>
                      </a:lnTo>
                      <a:lnTo>
                        <a:pt x="230791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0" name="Google Shape;1040;p32">
                  <a:extLst>
                    <a:ext uri="{FF2B5EF4-FFF2-40B4-BE49-F238E27FC236}">
                      <a16:creationId xmlns:a16="http://schemas.microsoft.com/office/drawing/2014/main" id="{D715B5A4-F6C8-0960-15EA-E2E877EEFCAA}"/>
                    </a:ext>
                  </a:extLst>
                </p:cNvPr>
                <p:cNvSpPr/>
                <p:nvPr/>
              </p:nvSpPr>
              <p:spPr>
                <a:xfrm>
                  <a:off x="9713023" y="2128932"/>
                  <a:ext cx="8324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248" h="52959" extrusionOk="0">
                      <a:moveTo>
                        <a:pt x="0" y="0"/>
                      </a:moveTo>
                      <a:lnTo>
                        <a:pt x="83248" y="0"/>
                      </a:lnTo>
                      <a:lnTo>
                        <a:pt x="8324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1" name="Google Shape;1041;p32">
                  <a:extLst>
                    <a:ext uri="{FF2B5EF4-FFF2-40B4-BE49-F238E27FC236}">
                      <a16:creationId xmlns:a16="http://schemas.microsoft.com/office/drawing/2014/main" id="{7DBE58CA-8841-2B47-949A-10B311A02A3F}"/>
                    </a:ext>
                  </a:extLst>
                </p:cNvPr>
                <p:cNvSpPr/>
                <p:nvPr/>
              </p:nvSpPr>
              <p:spPr>
                <a:xfrm>
                  <a:off x="9191339" y="2128932"/>
                  <a:ext cx="24793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935" h="52959" extrusionOk="0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2" name="Google Shape;1042;p32">
                  <a:extLst>
                    <a:ext uri="{FF2B5EF4-FFF2-40B4-BE49-F238E27FC236}">
                      <a16:creationId xmlns:a16="http://schemas.microsoft.com/office/drawing/2014/main" id="{DEB3A0E4-F81C-7FF7-5213-C7DAB9101692}"/>
                    </a:ext>
                  </a:extLst>
                </p:cNvPr>
                <p:cNvSpPr/>
                <p:nvPr/>
              </p:nvSpPr>
              <p:spPr>
                <a:xfrm>
                  <a:off x="9365170" y="2251329"/>
                  <a:ext cx="2009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77" h="52959" extrusionOk="0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3" name="Google Shape;1043;p32">
                  <a:extLst>
                    <a:ext uri="{FF2B5EF4-FFF2-40B4-BE49-F238E27FC236}">
                      <a16:creationId xmlns:a16="http://schemas.microsoft.com/office/drawing/2014/main" id="{41F4349D-B87A-C122-BB3D-20693D9C4CBE}"/>
                    </a:ext>
                  </a:extLst>
                </p:cNvPr>
                <p:cNvSpPr/>
                <p:nvPr/>
              </p:nvSpPr>
              <p:spPr>
                <a:xfrm>
                  <a:off x="9191339" y="2251329"/>
                  <a:ext cx="151256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256" h="52959" extrusionOk="0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44" name="Google Shape;1044;p32">
                <a:extLst>
                  <a:ext uri="{FF2B5EF4-FFF2-40B4-BE49-F238E27FC236}">
                    <a16:creationId xmlns:a16="http://schemas.microsoft.com/office/drawing/2014/main" id="{2DFE1460-6AE8-99AE-D5CC-AB79B020D4E4}"/>
                  </a:ext>
                </a:extLst>
              </p:cNvPr>
              <p:cNvGrpSpPr/>
              <p:nvPr/>
            </p:nvGrpSpPr>
            <p:grpSpPr>
              <a:xfrm>
                <a:off x="10004774" y="854392"/>
                <a:ext cx="604932" cy="420243"/>
                <a:chOff x="10004774" y="854392"/>
                <a:chExt cx="604932" cy="420243"/>
              </a:xfrm>
            </p:grpSpPr>
            <p:sp>
              <p:nvSpPr>
                <p:cNvPr id="1045" name="Google Shape;1045;p32">
                  <a:extLst>
                    <a:ext uri="{FF2B5EF4-FFF2-40B4-BE49-F238E27FC236}">
                      <a16:creationId xmlns:a16="http://schemas.microsoft.com/office/drawing/2014/main" id="{811F1AE4-0BC8-3F54-DBDF-50AA7A1A47DD}"/>
                    </a:ext>
                  </a:extLst>
                </p:cNvPr>
                <p:cNvSpPr/>
                <p:nvPr/>
              </p:nvSpPr>
              <p:spPr>
                <a:xfrm>
                  <a:off x="10004774" y="854392"/>
                  <a:ext cx="2370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077" h="52959" extrusionOk="0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6" name="Google Shape;1046;p32">
                  <a:extLst>
                    <a:ext uri="{FF2B5EF4-FFF2-40B4-BE49-F238E27FC236}">
                      <a16:creationId xmlns:a16="http://schemas.microsoft.com/office/drawing/2014/main" id="{B4C4415D-A710-5C2B-D4FF-5C2D66955A12}"/>
                    </a:ext>
                  </a:extLst>
                </p:cNvPr>
                <p:cNvSpPr/>
                <p:nvPr/>
              </p:nvSpPr>
              <p:spPr>
                <a:xfrm>
                  <a:off x="10262901" y="854392"/>
                  <a:ext cx="18249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498" h="52959" extrusionOk="0">
                      <a:moveTo>
                        <a:pt x="0" y="0"/>
                      </a:moveTo>
                      <a:lnTo>
                        <a:pt x="182498" y="0"/>
                      </a:lnTo>
                      <a:lnTo>
                        <a:pt x="18249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7" name="Google Shape;1047;p32">
                  <a:extLst>
                    <a:ext uri="{FF2B5EF4-FFF2-40B4-BE49-F238E27FC236}">
                      <a16:creationId xmlns:a16="http://schemas.microsoft.com/office/drawing/2014/main" id="{6D5CDE58-B110-39DC-4236-A76CAEDE56AC}"/>
                    </a:ext>
                  </a:extLst>
                </p:cNvPr>
                <p:cNvSpPr/>
                <p:nvPr/>
              </p:nvSpPr>
              <p:spPr>
                <a:xfrm>
                  <a:off x="10464831" y="854392"/>
                  <a:ext cx="14487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875" h="52959" extrusionOk="0">
                      <a:moveTo>
                        <a:pt x="0" y="0"/>
                      </a:moveTo>
                      <a:lnTo>
                        <a:pt x="144875" y="0"/>
                      </a:lnTo>
                      <a:lnTo>
                        <a:pt x="144875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8" name="Google Shape;1048;p32">
                  <a:extLst>
                    <a:ext uri="{FF2B5EF4-FFF2-40B4-BE49-F238E27FC236}">
                      <a16:creationId xmlns:a16="http://schemas.microsoft.com/office/drawing/2014/main" id="{14F83D2B-1354-C38B-C3FD-40B52788E9A8}"/>
                    </a:ext>
                  </a:extLst>
                </p:cNvPr>
                <p:cNvSpPr/>
                <p:nvPr/>
              </p:nvSpPr>
              <p:spPr>
                <a:xfrm>
                  <a:off x="10121741" y="976788"/>
                  <a:ext cx="48796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965" h="52959" extrusionOk="0">
                      <a:moveTo>
                        <a:pt x="0" y="0"/>
                      </a:moveTo>
                      <a:lnTo>
                        <a:pt x="487966" y="0"/>
                      </a:lnTo>
                      <a:lnTo>
                        <a:pt x="48796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9" name="Google Shape;1049;p32">
                  <a:extLst>
                    <a:ext uri="{FF2B5EF4-FFF2-40B4-BE49-F238E27FC236}">
                      <a16:creationId xmlns:a16="http://schemas.microsoft.com/office/drawing/2014/main" id="{CE786511-8BC8-D47E-A63A-F367549279A7}"/>
                    </a:ext>
                  </a:extLst>
                </p:cNvPr>
                <p:cNvSpPr/>
                <p:nvPr/>
              </p:nvSpPr>
              <p:spPr>
                <a:xfrm>
                  <a:off x="10004774" y="976788"/>
                  <a:ext cx="8963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30" h="52959" extrusionOk="0">
                      <a:moveTo>
                        <a:pt x="0" y="0"/>
                      </a:moveTo>
                      <a:lnTo>
                        <a:pt x="89630" y="0"/>
                      </a:lnTo>
                      <a:lnTo>
                        <a:pt x="8963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0" name="Google Shape;1050;p32">
                  <a:extLst>
                    <a:ext uri="{FF2B5EF4-FFF2-40B4-BE49-F238E27FC236}">
                      <a16:creationId xmlns:a16="http://schemas.microsoft.com/office/drawing/2014/main" id="{BE00B06F-69F5-FF21-656B-A1BFE3CFA1D4}"/>
                    </a:ext>
                  </a:extLst>
                </p:cNvPr>
                <p:cNvSpPr/>
                <p:nvPr/>
              </p:nvSpPr>
              <p:spPr>
                <a:xfrm>
                  <a:off x="10273760" y="1099280"/>
                  <a:ext cx="23079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790" h="52959" extrusionOk="0">
                      <a:moveTo>
                        <a:pt x="0" y="0"/>
                      </a:moveTo>
                      <a:lnTo>
                        <a:pt x="230790" y="0"/>
                      </a:lnTo>
                      <a:lnTo>
                        <a:pt x="23079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1" name="Google Shape;1051;p32">
                  <a:extLst>
                    <a:ext uri="{FF2B5EF4-FFF2-40B4-BE49-F238E27FC236}">
                      <a16:creationId xmlns:a16="http://schemas.microsoft.com/office/drawing/2014/main" id="{D2A483C9-8EFA-1624-B5A9-44906FAF0A7F}"/>
                    </a:ext>
                  </a:extLst>
                </p:cNvPr>
                <p:cNvSpPr/>
                <p:nvPr/>
              </p:nvSpPr>
              <p:spPr>
                <a:xfrm>
                  <a:off x="10526458" y="1099280"/>
                  <a:ext cx="8324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248" h="52959" extrusionOk="0">
                      <a:moveTo>
                        <a:pt x="0" y="0"/>
                      </a:moveTo>
                      <a:lnTo>
                        <a:pt x="83249" y="0"/>
                      </a:lnTo>
                      <a:lnTo>
                        <a:pt x="8324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2" name="Google Shape;1052;p32">
                  <a:extLst>
                    <a:ext uri="{FF2B5EF4-FFF2-40B4-BE49-F238E27FC236}">
                      <a16:creationId xmlns:a16="http://schemas.microsoft.com/office/drawing/2014/main" id="{47D266FC-18B2-F9A0-196B-7E9B1C0D2C71}"/>
                    </a:ext>
                  </a:extLst>
                </p:cNvPr>
                <p:cNvSpPr/>
                <p:nvPr/>
              </p:nvSpPr>
              <p:spPr>
                <a:xfrm>
                  <a:off x="10004774" y="1099280"/>
                  <a:ext cx="24793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935" h="52959" extrusionOk="0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3" name="Google Shape;1053;p32">
                  <a:extLst>
                    <a:ext uri="{FF2B5EF4-FFF2-40B4-BE49-F238E27FC236}">
                      <a16:creationId xmlns:a16="http://schemas.microsoft.com/office/drawing/2014/main" id="{4845449E-9AF2-6D56-E482-1CE2E0CFF4A8}"/>
                    </a:ext>
                  </a:extLst>
                </p:cNvPr>
                <p:cNvSpPr/>
                <p:nvPr/>
              </p:nvSpPr>
              <p:spPr>
                <a:xfrm>
                  <a:off x="10178700" y="1221676"/>
                  <a:ext cx="2009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77" h="52959" extrusionOk="0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4" name="Google Shape;1054;p32">
                  <a:extLst>
                    <a:ext uri="{FF2B5EF4-FFF2-40B4-BE49-F238E27FC236}">
                      <a16:creationId xmlns:a16="http://schemas.microsoft.com/office/drawing/2014/main" id="{96C3103B-E92B-98F5-5568-02444AAB3744}"/>
                    </a:ext>
                  </a:extLst>
                </p:cNvPr>
                <p:cNvSpPr/>
                <p:nvPr/>
              </p:nvSpPr>
              <p:spPr>
                <a:xfrm>
                  <a:off x="10004774" y="1221676"/>
                  <a:ext cx="151256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256" h="52959" extrusionOk="0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55" name="Google Shape;1055;p32">
                <a:extLst>
                  <a:ext uri="{FF2B5EF4-FFF2-40B4-BE49-F238E27FC236}">
                    <a16:creationId xmlns:a16="http://schemas.microsoft.com/office/drawing/2014/main" id="{6A880703-376E-5BA4-AE95-BFE1C1975FB7}"/>
                  </a:ext>
                </a:extLst>
              </p:cNvPr>
              <p:cNvGrpSpPr/>
              <p:nvPr/>
            </p:nvGrpSpPr>
            <p:grpSpPr>
              <a:xfrm>
                <a:off x="10004774" y="1374362"/>
                <a:ext cx="604932" cy="303466"/>
                <a:chOff x="10004774" y="1374362"/>
                <a:chExt cx="604932" cy="303466"/>
              </a:xfrm>
            </p:grpSpPr>
            <p:sp>
              <p:nvSpPr>
                <p:cNvPr id="1056" name="Google Shape;1056;p32">
                  <a:extLst>
                    <a:ext uri="{FF2B5EF4-FFF2-40B4-BE49-F238E27FC236}">
                      <a16:creationId xmlns:a16="http://schemas.microsoft.com/office/drawing/2014/main" id="{7F05D967-39E1-08FF-1301-D15D9E9044EA}"/>
                    </a:ext>
                  </a:extLst>
                </p:cNvPr>
                <p:cNvSpPr/>
                <p:nvPr/>
              </p:nvSpPr>
              <p:spPr>
                <a:xfrm>
                  <a:off x="10004774" y="1374362"/>
                  <a:ext cx="2370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077" h="52959" extrusionOk="0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7" name="Google Shape;1057;p32">
                  <a:extLst>
                    <a:ext uri="{FF2B5EF4-FFF2-40B4-BE49-F238E27FC236}">
                      <a16:creationId xmlns:a16="http://schemas.microsoft.com/office/drawing/2014/main" id="{1494CD0F-6B60-50F4-0A29-3F533AC2F2B5}"/>
                    </a:ext>
                  </a:extLst>
                </p:cNvPr>
                <p:cNvSpPr/>
                <p:nvPr/>
              </p:nvSpPr>
              <p:spPr>
                <a:xfrm>
                  <a:off x="10262901" y="1374362"/>
                  <a:ext cx="18249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498" h="52959" extrusionOk="0">
                      <a:moveTo>
                        <a:pt x="0" y="0"/>
                      </a:moveTo>
                      <a:lnTo>
                        <a:pt x="182498" y="0"/>
                      </a:lnTo>
                      <a:lnTo>
                        <a:pt x="18249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8" name="Google Shape;1058;p32">
                  <a:extLst>
                    <a:ext uri="{FF2B5EF4-FFF2-40B4-BE49-F238E27FC236}">
                      <a16:creationId xmlns:a16="http://schemas.microsoft.com/office/drawing/2014/main" id="{80ED3801-1E02-10D9-6FC7-92B331E6177E}"/>
                    </a:ext>
                  </a:extLst>
                </p:cNvPr>
                <p:cNvSpPr/>
                <p:nvPr/>
              </p:nvSpPr>
              <p:spPr>
                <a:xfrm>
                  <a:off x="10464831" y="1374362"/>
                  <a:ext cx="14487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875" h="52959" extrusionOk="0">
                      <a:moveTo>
                        <a:pt x="0" y="0"/>
                      </a:moveTo>
                      <a:lnTo>
                        <a:pt x="144875" y="0"/>
                      </a:lnTo>
                      <a:lnTo>
                        <a:pt x="144875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9" name="Google Shape;1059;p32">
                  <a:extLst>
                    <a:ext uri="{FF2B5EF4-FFF2-40B4-BE49-F238E27FC236}">
                      <a16:creationId xmlns:a16="http://schemas.microsoft.com/office/drawing/2014/main" id="{29DCB7D2-81C0-3185-2EE0-42B129E3C38D}"/>
                    </a:ext>
                  </a:extLst>
                </p:cNvPr>
                <p:cNvSpPr/>
                <p:nvPr/>
              </p:nvSpPr>
              <p:spPr>
                <a:xfrm>
                  <a:off x="10273760" y="1502378"/>
                  <a:ext cx="23079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790" h="52959" extrusionOk="0">
                      <a:moveTo>
                        <a:pt x="0" y="0"/>
                      </a:moveTo>
                      <a:lnTo>
                        <a:pt x="230790" y="0"/>
                      </a:lnTo>
                      <a:lnTo>
                        <a:pt x="23079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0" name="Google Shape;1060;p32">
                  <a:extLst>
                    <a:ext uri="{FF2B5EF4-FFF2-40B4-BE49-F238E27FC236}">
                      <a16:creationId xmlns:a16="http://schemas.microsoft.com/office/drawing/2014/main" id="{D9A56CC3-A996-F94A-8A50-5493C0DB1DF1}"/>
                    </a:ext>
                  </a:extLst>
                </p:cNvPr>
                <p:cNvSpPr/>
                <p:nvPr/>
              </p:nvSpPr>
              <p:spPr>
                <a:xfrm>
                  <a:off x="10526458" y="1502378"/>
                  <a:ext cx="8324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248" h="52959" extrusionOk="0">
                      <a:moveTo>
                        <a:pt x="0" y="0"/>
                      </a:moveTo>
                      <a:lnTo>
                        <a:pt x="83249" y="0"/>
                      </a:lnTo>
                      <a:lnTo>
                        <a:pt x="8324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1" name="Google Shape;1061;p32">
                  <a:extLst>
                    <a:ext uri="{FF2B5EF4-FFF2-40B4-BE49-F238E27FC236}">
                      <a16:creationId xmlns:a16="http://schemas.microsoft.com/office/drawing/2014/main" id="{DD6013C2-E87A-B65C-B7B7-DA2716C9F528}"/>
                    </a:ext>
                  </a:extLst>
                </p:cNvPr>
                <p:cNvSpPr/>
                <p:nvPr/>
              </p:nvSpPr>
              <p:spPr>
                <a:xfrm>
                  <a:off x="10004774" y="1502378"/>
                  <a:ext cx="24793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935" h="52959" extrusionOk="0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2" name="Google Shape;1062;p32">
                  <a:extLst>
                    <a:ext uri="{FF2B5EF4-FFF2-40B4-BE49-F238E27FC236}">
                      <a16:creationId xmlns:a16="http://schemas.microsoft.com/office/drawing/2014/main" id="{F9965229-7C42-7C8F-1CDA-A936F058E994}"/>
                    </a:ext>
                  </a:extLst>
                </p:cNvPr>
                <p:cNvSpPr/>
                <p:nvPr/>
              </p:nvSpPr>
              <p:spPr>
                <a:xfrm>
                  <a:off x="10178700" y="1624869"/>
                  <a:ext cx="2009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77" h="52959" extrusionOk="0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3" name="Google Shape;1063;p32">
                  <a:extLst>
                    <a:ext uri="{FF2B5EF4-FFF2-40B4-BE49-F238E27FC236}">
                      <a16:creationId xmlns:a16="http://schemas.microsoft.com/office/drawing/2014/main" id="{F1130EB7-5BC2-577F-F7CF-55C5D8318768}"/>
                    </a:ext>
                  </a:extLst>
                </p:cNvPr>
                <p:cNvSpPr/>
                <p:nvPr/>
              </p:nvSpPr>
              <p:spPr>
                <a:xfrm>
                  <a:off x="10004774" y="1624869"/>
                  <a:ext cx="151256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256" h="52959" extrusionOk="0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064" name="Google Shape;1064;p32">
                <a:extLst>
                  <a:ext uri="{FF2B5EF4-FFF2-40B4-BE49-F238E27FC236}">
                    <a16:creationId xmlns:a16="http://schemas.microsoft.com/office/drawing/2014/main" id="{7A132918-E614-F88A-A491-1238FE32F70B}"/>
                  </a:ext>
                </a:extLst>
              </p:cNvPr>
              <p:cNvSpPr/>
              <p:nvPr/>
            </p:nvSpPr>
            <p:spPr>
              <a:xfrm>
                <a:off x="10004774" y="1875948"/>
                <a:ext cx="605885" cy="438816"/>
              </a:xfrm>
              <a:custGeom>
                <a:avLst/>
                <a:gdLst/>
                <a:ahLst/>
                <a:cxnLst/>
                <a:rect l="l" t="t" r="r" b="b"/>
                <a:pathLst>
                  <a:path w="605885" h="438816" extrusionOk="0">
                    <a:moveTo>
                      <a:pt x="572167" y="0"/>
                    </a:moveTo>
                    <a:cubicBezTo>
                      <a:pt x="590789" y="0"/>
                      <a:pt x="605885" y="15096"/>
                      <a:pt x="605885" y="33718"/>
                    </a:cubicBezTo>
                    <a:lnTo>
                      <a:pt x="605885" y="405098"/>
                    </a:lnTo>
                    <a:cubicBezTo>
                      <a:pt x="605885" y="423720"/>
                      <a:pt x="590789" y="438817"/>
                      <a:pt x="572167" y="438817"/>
                    </a:cubicBezTo>
                    <a:lnTo>
                      <a:pt x="33718" y="438817"/>
                    </a:lnTo>
                    <a:cubicBezTo>
                      <a:pt x="15096" y="438817"/>
                      <a:pt x="0" y="423720"/>
                      <a:pt x="0" y="405098"/>
                    </a:cubicBezTo>
                    <a:lnTo>
                      <a:pt x="0" y="33718"/>
                    </a:lnTo>
                    <a:cubicBezTo>
                      <a:pt x="0" y="15096"/>
                      <a:pt x="15096" y="0"/>
                      <a:pt x="3371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5" name="Google Shape;1065;p32">
                <a:extLst>
                  <a:ext uri="{FF2B5EF4-FFF2-40B4-BE49-F238E27FC236}">
                    <a16:creationId xmlns:a16="http://schemas.microsoft.com/office/drawing/2014/main" id="{EA8D1810-859B-0288-C694-EA1F0A0CD41A}"/>
                  </a:ext>
                </a:extLst>
              </p:cNvPr>
              <p:cNvSpPr/>
              <p:nvPr/>
            </p:nvSpPr>
            <p:spPr>
              <a:xfrm>
                <a:off x="9191339" y="860202"/>
                <a:ext cx="605885" cy="815149"/>
              </a:xfrm>
              <a:custGeom>
                <a:avLst/>
                <a:gdLst/>
                <a:ahLst/>
                <a:cxnLst/>
                <a:rect l="l" t="t" r="r" b="b"/>
                <a:pathLst>
                  <a:path w="605885" h="815149" extrusionOk="0">
                    <a:moveTo>
                      <a:pt x="554260" y="0"/>
                    </a:moveTo>
                    <a:cubicBezTo>
                      <a:pt x="582772" y="0"/>
                      <a:pt x="605885" y="23114"/>
                      <a:pt x="605885" y="51625"/>
                    </a:cubicBezTo>
                    <a:lnTo>
                      <a:pt x="605885" y="763524"/>
                    </a:lnTo>
                    <a:cubicBezTo>
                      <a:pt x="605885" y="792036"/>
                      <a:pt x="582771" y="815150"/>
                      <a:pt x="554260" y="815150"/>
                    </a:cubicBezTo>
                    <a:lnTo>
                      <a:pt x="51625" y="815150"/>
                    </a:lnTo>
                    <a:cubicBezTo>
                      <a:pt x="23113" y="815150"/>
                      <a:pt x="0" y="792036"/>
                      <a:pt x="0" y="763524"/>
                    </a:cubicBezTo>
                    <a:lnTo>
                      <a:pt x="0" y="51625"/>
                    </a:lnTo>
                    <a:cubicBezTo>
                      <a:pt x="0" y="23114"/>
                      <a:pt x="23113" y="0"/>
                      <a:pt x="5162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66" name="Google Shape;1066;p32">
              <a:extLst>
                <a:ext uri="{FF2B5EF4-FFF2-40B4-BE49-F238E27FC236}">
                  <a16:creationId xmlns:a16="http://schemas.microsoft.com/office/drawing/2014/main" id="{950C2CFA-FC7D-229E-6C19-F2F3F75D3D36}"/>
                </a:ext>
              </a:extLst>
            </p:cNvPr>
            <p:cNvGrpSpPr/>
            <p:nvPr/>
          </p:nvGrpSpPr>
          <p:grpSpPr>
            <a:xfrm>
              <a:off x="6717319" y="354723"/>
              <a:ext cx="656533" cy="799751"/>
              <a:chOff x="9097899" y="793051"/>
              <a:chExt cx="780287" cy="950500"/>
            </a:xfrm>
          </p:grpSpPr>
          <p:grpSp>
            <p:nvGrpSpPr>
              <p:cNvPr id="1067" name="Google Shape;1067;p32">
                <a:extLst>
                  <a:ext uri="{FF2B5EF4-FFF2-40B4-BE49-F238E27FC236}">
                    <a16:creationId xmlns:a16="http://schemas.microsoft.com/office/drawing/2014/main" id="{C4B5075F-82FF-5326-DA0F-72D1A1DE5C99}"/>
                  </a:ext>
                </a:extLst>
              </p:cNvPr>
              <p:cNvGrpSpPr/>
              <p:nvPr/>
            </p:nvGrpSpPr>
            <p:grpSpPr>
              <a:xfrm>
                <a:off x="9118758" y="814006"/>
                <a:ext cx="747999" cy="918020"/>
                <a:chOff x="9118758" y="814006"/>
                <a:chExt cx="747999" cy="918020"/>
              </a:xfrm>
            </p:grpSpPr>
            <p:sp>
              <p:nvSpPr>
                <p:cNvPr id="1068" name="Google Shape;1068;p32">
                  <a:extLst>
                    <a:ext uri="{FF2B5EF4-FFF2-40B4-BE49-F238E27FC236}">
                      <a16:creationId xmlns:a16="http://schemas.microsoft.com/office/drawing/2014/main" id="{B06221C5-7016-0E42-6D5C-AF866E0CB47C}"/>
                    </a:ext>
                  </a:extLst>
                </p:cNvPr>
                <p:cNvSpPr/>
                <p:nvPr/>
              </p:nvSpPr>
              <p:spPr>
                <a:xfrm>
                  <a:off x="9131522" y="1722501"/>
                  <a:ext cx="700277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0277" h="9525" extrusionOk="0">
                      <a:moveTo>
                        <a:pt x="700278" y="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w="1275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9" name="Google Shape;1069;p32">
                  <a:extLst>
                    <a:ext uri="{FF2B5EF4-FFF2-40B4-BE49-F238E27FC236}">
                      <a16:creationId xmlns:a16="http://schemas.microsoft.com/office/drawing/2014/main" id="{76F5A7CA-5B0E-805D-1637-1ACF9A40DE06}"/>
                    </a:ext>
                  </a:extLst>
                </p:cNvPr>
                <p:cNvSpPr/>
                <p:nvPr/>
              </p:nvSpPr>
              <p:spPr>
                <a:xfrm>
                  <a:off x="9118758" y="826579"/>
                  <a:ext cx="9525" cy="8706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870680" extrusionOk="0">
                      <a:moveTo>
                        <a:pt x="0" y="87068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w="1275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0" name="Google Shape;1070;p32">
                  <a:extLst>
                    <a:ext uri="{FF2B5EF4-FFF2-40B4-BE49-F238E27FC236}">
                      <a16:creationId xmlns:a16="http://schemas.microsoft.com/office/drawing/2014/main" id="{97F51620-4F0F-B72A-A68D-B6169369BC90}"/>
                    </a:ext>
                  </a:extLst>
                </p:cNvPr>
                <p:cNvSpPr/>
                <p:nvPr/>
              </p:nvSpPr>
              <p:spPr>
                <a:xfrm>
                  <a:off x="9144285" y="814006"/>
                  <a:ext cx="700277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0277" h="9525" extrusionOk="0">
                      <a:moveTo>
                        <a:pt x="0" y="0"/>
                      </a:moveTo>
                      <a:lnTo>
                        <a:pt x="700278" y="0"/>
                      </a:lnTo>
                    </a:path>
                  </a:pathLst>
                </a:custGeom>
                <a:solidFill>
                  <a:schemeClr val="dk1"/>
                </a:solidFill>
                <a:ln w="1275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1" name="Google Shape;1071;p32">
                  <a:extLst>
                    <a:ext uri="{FF2B5EF4-FFF2-40B4-BE49-F238E27FC236}">
                      <a16:creationId xmlns:a16="http://schemas.microsoft.com/office/drawing/2014/main" id="{7D67ACC6-D1C9-BDDC-75EE-240BF5444B0B}"/>
                    </a:ext>
                  </a:extLst>
                </p:cNvPr>
                <p:cNvSpPr/>
                <p:nvPr/>
              </p:nvSpPr>
              <p:spPr>
                <a:xfrm>
                  <a:off x="9857232" y="839247"/>
                  <a:ext cx="9525" cy="8706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870680" extrusionOk="0">
                      <a:moveTo>
                        <a:pt x="0" y="0"/>
                      </a:moveTo>
                      <a:lnTo>
                        <a:pt x="0" y="870680"/>
                      </a:lnTo>
                    </a:path>
                  </a:pathLst>
                </a:custGeom>
                <a:solidFill>
                  <a:schemeClr val="dk1"/>
                </a:solidFill>
                <a:ln w="1275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72" name="Google Shape;1072;p32">
                <a:extLst>
                  <a:ext uri="{FF2B5EF4-FFF2-40B4-BE49-F238E27FC236}">
                    <a16:creationId xmlns:a16="http://schemas.microsoft.com/office/drawing/2014/main" id="{AE3DEE13-C674-B541-B1EA-D90F2A8F530D}"/>
                  </a:ext>
                </a:extLst>
              </p:cNvPr>
              <p:cNvGrpSpPr/>
              <p:nvPr/>
            </p:nvGrpSpPr>
            <p:grpSpPr>
              <a:xfrm>
                <a:off x="9097899" y="793051"/>
                <a:ext cx="780287" cy="950500"/>
                <a:chOff x="9097899" y="793051"/>
                <a:chExt cx="780287" cy="950500"/>
              </a:xfrm>
            </p:grpSpPr>
            <p:grpSp>
              <p:nvGrpSpPr>
                <p:cNvPr id="1073" name="Google Shape;1073;p32">
                  <a:extLst>
                    <a:ext uri="{FF2B5EF4-FFF2-40B4-BE49-F238E27FC236}">
                      <a16:creationId xmlns:a16="http://schemas.microsoft.com/office/drawing/2014/main" id="{C7A734E7-0B1B-0A98-EC33-956A58A237C9}"/>
                    </a:ext>
                  </a:extLst>
                </p:cNvPr>
                <p:cNvGrpSpPr/>
                <p:nvPr/>
              </p:nvGrpSpPr>
              <p:grpSpPr>
                <a:xfrm>
                  <a:off x="9097899" y="793051"/>
                  <a:ext cx="780287" cy="41909"/>
                  <a:chOff x="9097899" y="793051"/>
                  <a:chExt cx="780287" cy="41909"/>
                </a:xfrm>
              </p:grpSpPr>
              <p:sp>
                <p:nvSpPr>
                  <p:cNvPr id="1074" name="Google Shape;1074;p32">
                    <a:extLst>
                      <a:ext uri="{FF2B5EF4-FFF2-40B4-BE49-F238E27FC236}">
                        <a16:creationId xmlns:a16="http://schemas.microsoft.com/office/drawing/2014/main" id="{881B09EB-5D15-B3B8-0AA0-38629E8077FB}"/>
                      </a:ext>
                    </a:extLst>
                  </p:cNvPr>
                  <p:cNvSpPr/>
                  <p:nvPr/>
                </p:nvSpPr>
                <p:spPr>
                  <a:xfrm>
                    <a:off x="9097899" y="793051"/>
                    <a:ext cx="41909" cy="419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09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75" name="Google Shape;1075;p32">
                    <a:extLst>
                      <a:ext uri="{FF2B5EF4-FFF2-40B4-BE49-F238E27FC236}">
                        <a16:creationId xmlns:a16="http://schemas.microsoft.com/office/drawing/2014/main" id="{ADE41D49-3CB4-2525-B103-884682734AD3}"/>
                      </a:ext>
                    </a:extLst>
                  </p:cNvPr>
                  <p:cNvSpPr/>
                  <p:nvPr/>
                </p:nvSpPr>
                <p:spPr>
                  <a:xfrm>
                    <a:off x="9467088" y="793051"/>
                    <a:ext cx="41909" cy="419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09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76" name="Google Shape;1076;p32">
                    <a:extLst>
                      <a:ext uri="{FF2B5EF4-FFF2-40B4-BE49-F238E27FC236}">
                        <a16:creationId xmlns:a16="http://schemas.microsoft.com/office/drawing/2014/main" id="{0B2FD11B-DD2F-147F-6E8F-ABC7B772E5B9}"/>
                      </a:ext>
                    </a:extLst>
                  </p:cNvPr>
                  <p:cNvSpPr/>
                  <p:nvPr/>
                </p:nvSpPr>
                <p:spPr>
                  <a:xfrm>
                    <a:off x="9836277" y="793051"/>
                    <a:ext cx="41909" cy="419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09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77" name="Google Shape;1077;p32">
                  <a:extLst>
                    <a:ext uri="{FF2B5EF4-FFF2-40B4-BE49-F238E27FC236}">
                      <a16:creationId xmlns:a16="http://schemas.microsoft.com/office/drawing/2014/main" id="{0B86199A-45ED-7958-E42A-5B343475B7F4}"/>
                    </a:ext>
                  </a:extLst>
                </p:cNvPr>
                <p:cNvGrpSpPr/>
                <p:nvPr/>
              </p:nvGrpSpPr>
              <p:grpSpPr>
                <a:xfrm>
                  <a:off x="9097899" y="1247298"/>
                  <a:ext cx="780287" cy="41910"/>
                  <a:chOff x="9097899" y="1247298"/>
                  <a:chExt cx="780287" cy="41910"/>
                </a:xfrm>
              </p:grpSpPr>
              <p:sp>
                <p:nvSpPr>
                  <p:cNvPr id="1078" name="Google Shape;1078;p32">
                    <a:extLst>
                      <a:ext uri="{FF2B5EF4-FFF2-40B4-BE49-F238E27FC236}">
                        <a16:creationId xmlns:a16="http://schemas.microsoft.com/office/drawing/2014/main" id="{89345076-433D-8E16-FAE8-84581FAAC6C9}"/>
                      </a:ext>
                    </a:extLst>
                  </p:cNvPr>
                  <p:cNvSpPr/>
                  <p:nvPr/>
                </p:nvSpPr>
                <p:spPr>
                  <a:xfrm>
                    <a:off x="9097899" y="1247298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79" name="Google Shape;1079;p32">
                    <a:extLst>
                      <a:ext uri="{FF2B5EF4-FFF2-40B4-BE49-F238E27FC236}">
                        <a16:creationId xmlns:a16="http://schemas.microsoft.com/office/drawing/2014/main" id="{60959BBE-BCB8-3E15-CCB7-250DBA2A0372}"/>
                      </a:ext>
                    </a:extLst>
                  </p:cNvPr>
                  <p:cNvSpPr/>
                  <p:nvPr/>
                </p:nvSpPr>
                <p:spPr>
                  <a:xfrm>
                    <a:off x="9836277" y="1247298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80" name="Google Shape;1080;p32">
                  <a:extLst>
                    <a:ext uri="{FF2B5EF4-FFF2-40B4-BE49-F238E27FC236}">
                      <a16:creationId xmlns:a16="http://schemas.microsoft.com/office/drawing/2014/main" id="{80101194-28EC-9E1D-AC55-51571876B4ED}"/>
                    </a:ext>
                  </a:extLst>
                </p:cNvPr>
                <p:cNvGrpSpPr/>
                <p:nvPr/>
              </p:nvGrpSpPr>
              <p:grpSpPr>
                <a:xfrm>
                  <a:off x="9097899" y="1701641"/>
                  <a:ext cx="780287" cy="41910"/>
                  <a:chOff x="9097899" y="1701641"/>
                  <a:chExt cx="780287" cy="41910"/>
                </a:xfrm>
              </p:grpSpPr>
              <p:sp>
                <p:nvSpPr>
                  <p:cNvPr id="1081" name="Google Shape;1081;p32">
                    <a:extLst>
                      <a:ext uri="{FF2B5EF4-FFF2-40B4-BE49-F238E27FC236}">
                        <a16:creationId xmlns:a16="http://schemas.microsoft.com/office/drawing/2014/main" id="{83513BED-4239-5733-1351-1A1BA84970E2}"/>
                      </a:ext>
                    </a:extLst>
                  </p:cNvPr>
                  <p:cNvSpPr/>
                  <p:nvPr/>
                </p:nvSpPr>
                <p:spPr>
                  <a:xfrm>
                    <a:off x="9097899" y="1701641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2" name="Google Shape;1082;p32">
                    <a:extLst>
                      <a:ext uri="{FF2B5EF4-FFF2-40B4-BE49-F238E27FC236}">
                        <a16:creationId xmlns:a16="http://schemas.microsoft.com/office/drawing/2014/main" id="{70B7FF5F-652C-3B0D-5B32-92014B65B506}"/>
                      </a:ext>
                    </a:extLst>
                  </p:cNvPr>
                  <p:cNvSpPr/>
                  <p:nvPr/>
                </p:nvSpPr>
                <p:spPr>
                  <a:xfrm>
                    <a:off x="9467088" y="1701641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3" name="Google Shape;1083;p32">
                    <a:extLst>
                      <a:ext uri="{FF2B5EF4-FFF2-40B4-BE49-F238E27FC236}">
                        <a16:creationId xmlns:a16="http://schemas.microsoft.com/office/drawing/2014/main" id="{7A9E2876-C37D-372D-DBC5-5D8ED580FDA4}"/>
                      </a:ext>
                    </a:extLst>
                  </p:cNvPr>
                  <p:cNvSpPr/>
                  <p:nvPr/>
                </p:nvSpPr>
                <p:spPr>
                  <a:xfrm>
                    <a:off x="9836277" y="1701641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1084" name="Google Shape;1084;p32">
              <a:extLst>
                <a:ext uri="{FF2B5EF4-FFF2-40B4-BE49-F238E27FC236}">
                  <a16:creationId xmlns:a16="http://schemas.microsoft.com/office/drawing/2014/main" id="{0E337007-9F67-5C3D-1CB2-D110B0675DB0}"/>
                </a:ext>
              </a:extLst>
            </p:cNvPr>
            <p:cNvGrpSpPr/>
            <p:nvPr/>
          </p:nvGrpSpPr>
          <p:grpSpPr>
            <a:xfrm>
              <a:off x="7074117" y="956519"/>
              <a:ext cx="215826" cy="125825"/>
              <a:chOff x="9521952" y="1508283"/>
              <a:chExt cx="256508" cy="149542"/>
            </a:xfrm>
          </p:grpSpPr>
          <p:sp>
            <p:nvSpPr>
              <p:cNvPr id="1085" name="Google Shape;1085;p32">
                <a:extLst>
                  <a:ext uri="{FF2B5EF4-FFF2-40B4-BE49-F238E27FC236}">
                    <a16:creationId xmlns:a16="http://schemas.microsoft.com/office/drawing/2014/main" id="{14922816-ADEB-D391-4AF3-58CBD0833159}"/>
                  </a:ext>
                </a:extLst>
              </p:cNvPr>
              <p:cNvSpPr/>
              <p:nvPr/>
            </p:nvSpPr>
            <p:spPr>
              <a:xfrm>
                <a:off x="9521952" y="1508283"/>
                <a:ext cx="256508" cy="149542"/>
              </a:xfrm>
              <a:custGeom>
                <a:avLst/>
                <a:gdLst/>
                <a:ahLst/>
                <a:cxnLst/>
                <a:rect l="l" t="t" r="r" b="b"/>
                <a:pathLst>
                  <a:path w="256508" h="149542" extrusionOk="0">
                    <a:moveTo>
                      <a:pt x="218694" y="0"/>
                    </a:moveTo>
                    <a:cubicBezTo>
                      <a:pt x="239578" y="0"/>
                      <a:pt x="256508" y="16930"/>
                      <a:pt x="256508" y="37814"/>
                    </a:cubicBezTo>
                    <a:lnTo>
                      <a:pt x="256508" y="111728"/>
                    </a:lnTo>
                    <a:cubicBezTo>
                      <a:pt x="256508" y="132612"/>
                      <a:pt x="239578" y="149543"/>
                      <a:pt x="218694" y="149543"/>
                    </a:cubicBezTo>
                    <a:lnTo>
                      <a:pt x="37814" y="149543"/>
                    </a:lnTo>
                    <a:cubicBezTo>
                      <a:pt x="16930" y="149543"/>
                      <a:pt x="1" y="132612"/>
                      <a:pt x="1" y="111728"/>
                    </a:cubicBezTo>
                    <a:lnTo>
                      <a:pt x="1" y="37814"/>
                    </a:lnTo>
                    <a:cubicBezTo>
                      <a:pt x="1" y="16930"/>
                      <a:pt x="16930" y="0"/>
                      <a:pt x="378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86" name="Google Shape;1086;p32">
                <a:extLst>
                  <a:ext uri="{FF2B5EF4-FFF2-40B4-BE49-F238E27FC236}">
                    <a16:creationId xmlns:a16="http://schemas.microsoft.com/office/drawing/2014/main" id="{5543FB72-30AB-F8A6-B65E-EDF70EF76180}"/>
                  </a:ext>
                </a:extLst>
              </p:cNvPr>
              <p:cNvGrpSpPr/>
              <p:nvPr/>
            </p:nvGrpSpPr>
            <p:grpSpPr>
              <a:xfrm>
                <a:off x="9556578" y="1534618"/>
                <a:ext cx="183763" cy="98921"/>
                <a:chOff x="9556578" y="1534618"/>
                <a:chExt cx="183763" cy="98921"/>
              </a:xfrm>
            </p:grpSpPr>
            <p:grpSp>
              <p:nvGrpSpPr>
                <p:cNvPr id="1087" name="Google Shape;1087;p32">
                  <a:extLst>
                    <a:ext uri="{FF2B5EF4-FFF2-40B4-BE49-F238E27FC236}">
                      <a16:creationId xmlns:a16="http://schemas.microsoft.com/office/drawing/2014/main" id="{BBEABC14-FDAB-83E7-A4C0-57418E3F0135}"/>
                    </a:ext>
                  </a:extLst>
                </p:cNvPr>
                <p:cNvGrpSpPr/>
                <p:nvPr/>
              </p:nvGrpSpPr>
              <p:grpSpPr>
                <a:xfrm>
                  <a:off x="9645396" y="1536115"/>
                  <a:ext cx="94945" cy="94946"/>
                  <a:chOff x="9645396" y="1536115"/>
                  <a:chExt cx="94945" cy="94946"/>
                </a:xfrm>
              </p:grpSpPr>
              <p:sp>
                <p:nvSpPr>
                  <p:cNvPr id="1088" name="Google Shape;1088;p32">
                    <a:extLst>
                      <a:ext uri="{FF2B5EF4-FFF2-40B4-BE49-F238E27FC236}">
                        <a16:creationId xmlns:a16="http://schemas.microsoft.com/office/drawing/2014/main" id="{584BA6A4-CB62-CDC9-3B80-AC442933C5FE}"/>
                      </a:ext>
                    </a:extLst>
                  </p:cNvPr>
                  <p:cNvSpPr/>
                  <p:nvPr/>
                </p:nvSpPr>
                <p:spPr>
                  <a:xfrm>
                    <a:off x="9645396" y="1588389"/>
                    <a:ext cx="42671" cy="426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671" h="42672" extrusionOk="0">
                        <a:moveTo>
                          <a:pt x="16764" y="31147"/>
                        </a:moveTo>
                        <a:lnTo>
                          <a:pt x="42672" y="5144"/>
                        </a:lnTo>
                        <a:lnTo>
                          <a:pt x="37529" y="0"/>
                        </a:lnTo>
                        <a:lnTo>
                          <a:pt x="11525" y="25908"/>
                        </a:lnTo>
                        <a:lnTo>
                          <a:pt x="6382" y="28765"/>
                        </a:lnTo>
                        <a:lnTo>
                          <a:pt x="0" y="38576"/>
                        </a:lnTo>
                        <a:lnTo>
                          <a:pt x="4096" y="42672"/>
                        </a:lnTo>
                        <a:lnTo>
                          <a:pt x="13906" y="36290"/>
                        </a:lnTo>
                        <a:lnTo>
                          <a:pt x="16764" y="31147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9" name="Google Shape;1089;p32">
                    <a:extLst>
                      <a:ext uri="{FF2B5EF4-FFF2-40B4-BE49-F238E27FC236}">
                        <a16:creationId xmlns:a16="http://schemas.microsoft.com/office/drawing/2014/main" id="{9E17127F-E3E6-B75E-5316-88EC0F8386AF}"/>
                      </a:ext>
                    </a:extLst>
                  </p:cNvPr>
                  <p:cNvSpPr/>
                  <p:nvPr/>
                </p:nvSpPr>
                <p:spPr>
                  <a:xfrm>
                    <a:off x="9674923" y="1536115"/>
                    <a:ext cx="65418" cy="654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418" h="65418" extrusionOk="0">
                        <a:moveTo>
                          <a:pt x="36576" y="54845"/>
                        </a:moveTo>
                        <a:lnTo>
                          <a:pt x="63246" y="28175"/>
                        </a:lnTo>
                        <a:cubicBezTo>
                          <a:pt x="64008" y="27413"/>
                          <a:pt x="64484" y="26461"/>
                          <a:pt x="64770" y="25413"/>
                        </a:cubicBezTo>
                        <a:cubicBezTo>
                          <a:pt x="65627" y="21794"/>
                          <a:pt x="66866" y="13602"/>
                          <a:pt x="59341" y="6077"/>
                        </a:cubicBezTo>
                        <a:cubicBezTo>
                          <a:pt x="51816" y="-1447"/>
                          <a:pt x="43625" y="-209"/>
                          <a:pt x="40005" y="648"/>
                        </a:cubicBezTo>
                        <a:cubicBezTo>
                          <a:pt x="38958" y="934"/>
                          <a:pt x="38005" y="1410"/>
                          <a:pt x="37243" y="2172"/>
                        </a:cubicBezTo>
                        <a:lnTo>
                          <a:pt x="10573" y="28842"/>
                        </a:lnTo>
                        <a:cubicBezTo>
                          <a:pt x="14669" y="32938"/>
                          <a:pt x="14669" y="39701"/>
                          <a:pt x="10573" y="43796"/>
                        </a:cubicBezTo>
                        <a:lnTo>
                          <a:pt x="8287" y="46082"/>
                        </a:lnTo>
                        <a:lnTo>
                          <a:pt x="4286" y="42082"/>
                        </a:lnTo>
                        <a:lnTo>
                          <a:pt x="0" y="46368"/>
                        </a:lnTo>
                        <a:lnTo>
                          <a:pt x="19050" y="65418"/>
                        </a:lnTo>
                        <a:lnTo>
                          <a:pt x="23336" y="61132"/>
                        </a:lnTo>
                        <a:lnTo>
                          <a:pt x="19336" y="57131"/>
                        </a:lnTo>
                        <a:lnTo>
                          <a:pt x="21622" y="54845"/>
                        </a:lnTo>
                        <a:cubicBezTo>
                          <a:pt x="25718" y="50750"/>
                          <a:pt x="32481" y="50750"/>
                          <a:pt x="36576" y="5484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90" name="Google Shape;1090;p32">
                  <a:extLst>
                    <a:ext uri="{FF2B5EF4-FFF2-40B4-BE49-F238E27FC236}">
                      <a16:creationId xmlns:a16="http://schemas.microsoft.com/office/drawing/2014/main" id="{1DF6D3A1-5C29-A967-4B9A-18BDF58574F8}"/>
                    </a:ext>
                  </a:extLst>
                </p:cNvPr>
                <p:cNvGrpSpPr/>
                <p:nvPr/>
              </p:nvGrpSpPr>
              <p:grpSpPr>
                <a:xfrm>
                  <a:off x="9556578" y="1534618"/>
                  <a:ext cx="98773" cy="98921"/>
                  <a:chOff x="9556578" y="1534618"/>
                  <a:chExt cx="98773" cy="98921"/>
                </a:xfrm>
              </p:grpSpPr>
              <p:sp>
                <p:nvSpPr>
                  <p:cNvPr id="1091" name="Google Shape;1091;p32">
                    <a:extLst>
                      <a:ext uri="{FF2B5EF4-FFF2-40B4-BE49-F238E27FC236}">
                        <a16:creationId xmlns:a16="http://schemas.microsoft.com/office/drawing/2014/main" id="{D0AACCC8-43BE-DC21-BEF6-D2DE775174B5}"/>
                      </a:ext>
                    </a:extLst>
                  </p:cNvPr>
                  <p:cNvSpPr/>
                  <p:nvPr/>
                </p:nvSpPr>
                <p:spPr>
                  <a:xfrm>
                    <a:off x="9556578" y="1534618"/>
                    <a:ext cx="98773" cy="9892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8773" h="98921" extrusionOk="0">
                        <a:moveTo>
                          <a:pt x="40717" y="72440"/>
                        </a:moveTo>
                        <a:lnTo>
                          <a:pt x="72244" y="40912"/>
                        </a:lnTo>
                        <a:cubicBezTo>
                          <a:pt x="74149" y="39007"/>
                          <a:pt x="76721" y="38054"/>
                          <a:pt x="79388" y="38054"/>
                        </a:cubicBezTo>
                        <a:cubicBezTo>
                          <a:pt x="84341" y="38150"/>
                          <a:pt x="89389" y="36340"/>
                          <a:pt x="93199" y="32530"/>
                        </a:cubicBezTo>
                        <a:cubicBezTo>
                          <a:pt x="98247" y="27482"/>
                          <a:pt x="99866" y="20243"/>
                          <a:pt x="98057" y="13766"/>
                        </a:cubicBezTo>
                        <a:lnTo>
                          <a:pt x="88722" y="23100"/>
                        </a:lnTo>
                        <a:lnTo>
                          <a:pt x="78435" y="20338"/>
                        </a:lnTo>
                        <a:lnTo>
                          <a:pt x="75673" y="10051"/>
                        </a:lnTo>
                        <a:lnTo>
                          <a:pt x="85007" y="716"/>
                        </a:lnTo>
                        <a:cubicBezTo>
                          <a:pt x="78626" y="-1093"/>
                          <a:pt x="71482" y="526"/>
                          <a:pt x="66434" y="5574"/>
                        </a:cubicBezTo>
                        <a:cubicBezTo>
                          <a:pt x="62624" y="9384"/>
                          <a:pt x="60814" y="14432"/>
                          <a:pt x="60909" y="19385"/>
                        </a:cubicBezTo>
                        <a:cubicBezTo>
                          <a:pt x="60909" y="22052"/>
                          <a:pt x="59957" y="24624"/>
                          <a:pt x="58052" y="26529"/>
                        </a:cubicBezTo>
                        <a:lnTo>
                          <a:pt x="26524" y="58057"/>
                        </a:lnTo>
                        <a:cubicBezTo>
                          <a:pt x="24619" y="59962"/>
                          <a:pt x="22047" y="60914"/>
                          <a:pt x="19380" y="60914"/>
                        </a:cubicBezTo>
                        <a:cubicBezTo>
                          <a:pt x="14427" y="60819"/>
                          <a:pt x="9379" y="62629"/>
                          <a:pt x="5569" y="66439"/>
                        </a:cubicBezTo>
                        <a:cubicBezTo>
                          <a:pt x="-2146" y="74154"/>
                          <a:pt x="-1861" y="86918"/>
                          <a:pt x="6522" y="94252"/>
                        </a:cubicBezTo>
                        <a:cubicBezTo>
                          <a:pt x="13761" y="100634"/>
                          <a:pt x="24905" y="100443"/>
                          <a:pt x="32048" y="93871"/>
                        </a:cubicBezTo>
                        <a:cubicBezTo>
                          <a:pt x="36239" y="89966"/>
                          <a:pt x="38240" y="84632"/>
                          <a:pt x="38145" y="79393"/>
                        </a:cubicBezTo>
                        <a:cubicBezTo>
                          <a:pt x="38145" y="76821"/>
                          <a:pt x="39097" y="74249"/>
                          <a:pt x="41002" y="72440"/>
                        </a:cubicBezTo>
                        <a:close/>
                        <a:moveTo>
                          <a:pt x="16618" y="87965"/>
                        </a:moveTo>
                        <a:lnTo>
                          <a:pt x="10713" y="82060"/>
                        </a:lnTo>
                        <a:lnTo>
                          <a:pt x="12903" y="73964"/>
                        </a:lnTo>
                        <a:lnTo>
                          <a:pt x="21000" y="71773"/>
                        </a:lnTo>
                        <a:lnTo>
                          <a:pt x="26905" y="77678"/>
                        </a:lnTo>
                        <a:lnTo>
                          <a:pt x="24714" y="85775"/>
                        </a:lnTo>
                        <a:lnTo>
                          <a:pt x="16618" y="8796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92" name="Google Shape;1092;p32">
                    <a:extLst>
                      <a:ext uri="{FF2B5EF4-FFF2-40B4-BE49-F238E27FC236}">
                        <a16:creationId xmlns:a16="http://schemas.microsoft.com/office/drawing/2014/main" id="{F24B8E89-3836-1F31-E37B-CCAC688AF647}"/>
                      </a:ext>
                    </a:extLst>
                  </p:cNvPr>
                  <p:cNvSpPr/>
                  <p:nvPr/>
                </p:nvSpPr>
                <p:spPr>
                  <a:xfrm>
                    <a:off x="9597270" y="1577125"/>
                    <a:ext cx="15573" cy="155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573" h="15573" extrusionOk="0">
                        <a:moveTo>
                          <a:pt x="786" y="14883"/>
                        </a:moveTo>
                        <a:lnTo>
                          <a:pt x="786" y="14883"/>
                        </a:lnTo>
                        <a:cubicBezTo>
                          <a:pt x="-262" y="13835"/>
                          <a:pt x="-262" y="12025"/>
                          <a:pt x="786" y="10882"/>
                        </a:cubicBezTo>
                        <a:lnTo>
                          <a:pt x="10882" y="786"/>
                        </a:lnTo>
                        <a:cubicBezTo>
                          <a:pt x="11930" y="-262"/>
                          <a:pt x="13740" y="-262"/>
                          <a:pt x="14788" y="786"/>
                        </a:cubicBezTo>
                        <a:lnTo>
                          <a:pt x="14788" y="786"/>
                        </a:lnTo>
                        <a:cubicBezTo>
                          <a:pt x="15835" y="1834"/>
                          <a:pt x="15835" y="3643"/>
                          <a:pt x="14788" y="4691"/>
                        </a:cubicBezTo>
                        <a:lnTo>
                          <a:pt x="4691" y="14788"/>
                        </a:lnTo>
                        <a:cubicBezTo>
                          <a:pt x="3643" y="15835"/>
                          <a:pt x="1834" y="15835"/>
                          <a:pt x="690" y="1478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grpSp>
        <p:nvGrpSpPr>
          <p:cNvPr id="1093" name="Google Shape;1093;p32">
            <a:extLst>
              <a:ext uri="{FF2B5EF4-FFF2-40B4-BE49-F238E27FC236}">
                <a16:creationId xmlns:a16="http://schemas.microsoft.com/office/drawing/2014/main" id="{50D3796C-F154-9305-2FC1-E35454E44FCC}"/>
              </a:ext>
            </a:extLst>
          </p:cNvPr>
          <p:cNvGrpSpPr/>
          <p:nvPr/>
        </p:nvGrpSpPr>
        <p:grpSpPr>
          <a:xfrm>
            <a:off x="254436" y="3695349"/>
            <a:ext cx="917374" cy="683570"/>
            <a:chOff x="1914620" y="1930431"/>
            <a:chExt cx="572929" cy="426911"/>
          </a:xfrm>
        </p:grpSpPr>
        <p:grpSp>
          <p:nvGrpSpPr>
            <p:cNvPr id="1094" name="Google Shape;1094;p32">
              <a:extLst>
                <a:ext uri="{FF2B5EF4-FFF2-40B4-BE49-F238E27FC236}">
                  <a16:creationId xmlns:a16="http://schemas.microsoft.com/office/drawing/2014/main" id="{6766694D-720D-14ED-DCEA-8813AECDBDF8}"/>
                </a:ext>
              </a:extLst>
            </p:cNvPr>
            <p:cNvGrpSpPr/>
            <p:nvPr/>
          </p:nvGrpSpPr>
          <p:grpSpPr>
            <a:xfrm>
              <a:off x="1914620" y="1930431"/>
              <a:ext cx="572929" cy="426911"/>
              <a:chOff x="1914620" y="1930431"/>
              <a:chExt cx="572929" cy="426911"/>
            </a:xfrm>
          </p:grpSpPr>
          <p:sp>
            <p:nvSpPr>
              <p:cNvPr id="1095" name="Google Shape;1095;p32">
                <a:extLst>
                  <a:ext uri="{FF2B5EF4-FFF2-40B4-BE49-F238E27FC236}">
                    <a16:creationId xmlns:a16="http://schemas.microsoft.com/office/drawing/2014/main" id="{D3DBC154-93CE-067F-87E0-865E58EBB8B6}"/>
                  </a:ext>
                </a:extLst>
              </p:cNvPr>
              <p:cNvSpPr/>
              <p:nvPr/>
            </p:nvSpPr>
            <p:spPr>
              <a:xfrm>
                <a:off x="2042160" y="1930431"/>
                <a:ext cx="445389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6" extrusionOk="0">
                    <a:moveTo>
                      <a:pt x="139065" y="7620"/>
                    </a:moveTo>
                    <a:lnTo>
                      <a:pt x="173355" y="41910"/>
                    </a:lnTo>
                    <a:cubicBezTo>
                      <a:pt x="178308" y="46863"/>
                      <a:pt x="185071" y="49721"/>
                      <a:pt x="192119" y="49721"/>
                    </a:cubicBezTo>
                    <a:lnTo>
                      <a:pt x="418910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10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6" name="Google Shape;1096;p32">
                <a:extLst>
                  <a:ext uri="{FF2B5EF4-FFF2-40B4-BE49-F238E27FC236}">
                    <a16:creationId xmlns:a16="http://schemas.microsoft.com/office/drawing/2014/main" id="{E08F6421-2B00-0601-BD8F-0FA17D917775}"/>
                  </a:ext>
                </a:extLst>
              </p:cNvPr>
              <p:cNvSpPr/>
              <p:nvPr/>
            </p:nvSpPr>
            <p:spPr>
              <a:xfrm>
                <a:off x="1978342" y="1994058"/>
                <a:ext cx="445389" cy="299465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5" extrusionOk="0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6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6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7" name="Google Shape;1097;p32">
                <a:extLst>
                  <a:ext uri="{FF2B5EF4-FFF2-40B4-BE49-F238E27FC236}">
                    <a16:creationId xmlns:a16="http://schemas.microsoft.com/office/drawing/2014/main" id="{276E2EF4-C180-017B-E04E-86E4D3F5E573}"/>
                  </a:ext>
                </a:extLst>
              </p:cNvPr>
              <p:cNvSpPr/>
              <p:nvPr/>
            </p:nvSpPr>
            <p:spPr>
              <a:xfrm>
                <a:off x="1914620" y="2057876"/>
                <a:ext cx="445389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6" extrusionOk="0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98" name="Google Shape;1098;p32">
              <a:extLst>
                <a:ext uri="{FF2B5EF4-FFF2-40B4-BE49-F238E27FC236}">
                  <a16:creationId xmlns:a16="http://schemas.microsoft.com/office/drawing/2014/main" id="{1B86B6FD-ED4E-62A7-E89E-0D55EBBE7AC2}"/>
                </a:ext>
              </a:extLst>
            </p:cNvPr>
            <p:cNvSpPr/>
            <p:nvPr/>
          </p:nvSpPr>
          <p:spPr>
            <a:xfrm>
              <a:off x="2024157" y="2180272"/>
              <a:ext cx="222980" cy="101917"/>
            </a:xfrm>
            <a:custGeom>
              <a:avLst/>
              <a:gdLst/>
              <a:ahLst/>
              <a:cxnLst/>
              <a:rect l="l" t="t" r="r" b="b"/>
              <a:pathLst>
                <a:path w="222980" h="101917" extrusionOk="0">
                  <a:moveTo>
                    <a:pt x="25051" y="45529"/>
                  </a:moveTo>
                  <a:lnTo>
                    <a:pt x="0" y="45529"/>
                  </a:lnTo>
                  <a:lnTo>
                    <a:pt x="0" y="56388"/>
                  </a:lnTo>
                  <a:lnTo>
                    <a:pt x="25051" y="56388"/>
                  </a:lnTo>
                  <a:lnTo>
                    <a:pt x="25051" y="45529"/>
                  </a:lnTo>
                  <a:close/>
                  <a:moveTo>
                    <a:pt x="115538" y="79153"/>
                  </a:moveTo>
                  <a:lnTo>
                    <a:pt x="184023" y="79153"/>
                  </a:lnTo>
                  <a:lnTo>
                    <a:pt x="184023" y="68294"/>
                  </a:lnTo>
                  <a:lnTo>
                    <a:pt x="115538" y="68294"/>
                  </a:lnTo>
                  <a:lnTo>
                    <a:pt x="115538" y="79153"/>
                  </a:lnTo>
                  <a:close/>
                  <a:moveTo>
                    <a:pt x="32766" y="56388"/>
                  </a:moveTo>
                  <a:lnTo>
                    <a:pt x="129730" y="56388"/>
                  </a:lnTo>
                  <a:lnTo>
                    <a:pt x="129730" y="45529"/>
                  </a:lnTo>
                  <a:lnTo>
                    <a:pt x="32766" y="45529"/>
                  </a:lnTo>
                  <a:lnTo>
                    <a:pt x="32766" y="56388"/>
                  </a:lnTo>
                  <a:close/>
                  <a:moveTo>
                    <a:pt x="184023" y="0"/>
                  </a:moveTo>
                  <a:lnTo>
                    <a:pt x="23908" y="0"/>
                  </a:lnTo>
                  <a:lnTo>
                    <a:pt x="23908" y="10858"/>
                  </a:lnTo>
                  <a:lnTo>
                    <a:pt x="184023" y="10858"/>
                  </a:lnTo>
                  <a:lnTo>
                    <a:pt x="184023" y="0"/>
                  </a:lnTo>
                  <a:close/>
                  <a:moveTo>
                    <a:pt x="47815" y="22765"/>
                  </a:moveTo>
                  <a:lnTo>
                    <a:pt x="0" y="22765"/>
                  </a:lnTo>
                  <a:lnTo>
                    <a:pt x="0" y="33623"/>
                  </a:lnTo>
                  <a:lnTo>
                    <a:pt x="47815" y="33623"/>
                  </a:lnTo>
                  <a:lnTo>
                    <a:pt x="47815" y="22765"/>
                  </a:lnTo>
                  <a:close/>
                  <a:moveTo>
                    <a:pt x="102584" y="68294"/>
                  </a:moveTo>
                  <a:lnTo>
                    <a:pt x="0" y="68294"/>
                  </a:lnTo>
                  <a:lnTo>
                    <a:pt x="0" y="79153"/>
                  </a:lnTo>
                  <a:lnTo>
                    <a:pt x="102584" y="79153"/>
                  </a:lnTo>
                  <a:lnTo>
                    <a:pt x="102584" y="68294"/>
                  </a:lnTo>
                  <a:close/>
                  <a:moveTo>
                    <a:pt x="146875" y="101918"/>
                  </a:moveTo>
                  <a:lnTo>
                    <a:pt x="195644" y="101918"/>
                  </a:lnTo>
                  <a:lnTo>
                    <a:pt x="195644" y="91059"/>
                  </a:lnTo>
                  <a:lnTo>
                    <a:pt x="146875" y="91059"/>
                  </a:lnTo>
                  <a:lnTo>
                    <a:pt x="146875" y="101918"/>
                  </a:lnTo>
                  <a:close/>
                  <a:moveTo>
                    <a:pt x="0" y="101918"/>
                  </a:moveTo>
                  <a:lnTo>
                    <a:pt x="62198" y="101918"/>
                  </a:lnTo>
                  <a:lnTo>
                    <a:pt x="62198" y="91059"/>
                  </a:lnTo>
                  <a:lnTo>
                    <a:pt x="0" y="91059"/>
                  </a:lnTo>
                  <a:lnTo>
                    <a:pt x="0" y="101918"/>
                  </a:lnTo>
                  <a:close/>
                  <a:moveTo>
                    <a:pt x="60769" y="33623"/>
                  </a:moveTo>
                  <a:lnTo>
                    <a:pt x="222980" y="33623"/>
                  </a:lnTo>
                  <a:lnTo>
                    <a:pt x="222980" y="22765"/>
                  </a:lnTo>
                  <a:lnTo>
                    <a:pt x="60769" y="22765"/>
                  </a:lnTo>
                  <a:lnTo>
                    <a:pt x="60769" y="33623"/>
                  </a:lnTo>
                  <a:close/>
                  <a:moveTo>
                    <a:pt x="190500" y="0"/>
                  </a:moveTo>
                  <a:lnTo>
                    <a:pt x="190500" y="10858"/>
                  </a:lnTo>
                  <a:lnTo>
                    <a:pt x="222980" y="10858"/>
                  </a:lnTo>
                  <a:lnTo>
                    <a:pt x="222980" y="0"/>
                  </a:lnTo>
                  <a:lnTo>
                    <a:pt x="190500" y="0"/>
                  </a:lnTo>
                  <a:close/>
                  <a:moveTo>
                    <a:pt x="137350" y="56388"/>
                  </a:moveTo>
                  <a:lnTo>
                    <a:pt x="222980" y="56388"/>
                  </a:lnTo>
                  <a:lnTo>
                    <a:pt x="222980" y="45529"/>
                  </a:lnTo>
                  <a:lnTo>
                    <a:pt x="137350" y="45529"/>
                  </a:lnTo>
                  <a:lnTo>
                    <a:pt x="137350" y="56388"/>
                  </a:lnTo>
                  <a:close/>
                  <a:moveTo>
                    <a:pt x="196882" y="79153"/>
                  </a:moveTo>
                  <a:lnTo>
                    <a:pt x="222885" y="79153"/>
                  </a:lnTo>
                  <a:lnTo>
                    <a:pt x="222885" y="68294"/>
                  </a:lnTo>
                  <a:lnTo>
                    <a:pt x="196882" y="68294"/>
                  </a:lnTo>
                  <a:lnTo>
                    <a:pt x="196882" y="79153"/>
                  </a:lnTo>
                  <a:close/>
                  <a:moveTo>
                    <a:pt x="75057" y="101918"/>
                  </a:moveTo>
                  <a:lnTo>
                    <a:pt x="139065" y="101918"/>
                  </a:lnTo>
                  <a:lnTo>
                    <a:pt x="139065" y="91059"/>
                  </a:lnTo>
                  <a:lnTo>
                    <a:pt x="75057" y="91059"/>
                  </a:lnTo>
                  <a:lnTo>
                    <a:pt x="75057" y="10191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138118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p35"/>
          <p:cNvSpPr txBox="1">
            <a:spLocks noGrp="1"/>
          </p:cNvSpPr>
          <p:nvPr>
            <p:ph type="title"/>
          </p:nvPr>
        </p:nvSpPr>
        <p:spPr>
          <a:xfrm>
            <a:off x="675030" y="775527"/>
            <a:ext cx="688750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lexandria Black" pitchFamily="2" charset="-78"/>
                <a:cs typeface="Alexandria Black" pitchFamily="2" charset="-78"/>
              </a:rPr>
              <a:t>Bước 1: </a:t>
            </a:r>
            <a:r>
              <a:rPr lang="en-US" sz="1800">
                <a:latin typeface="Alexandria Black" pitchFamily="2" charset="-78"/>
                <a:cs typeface="Alexandria Black" pitchFamily="2" charset="-78"/>
              </a:rPr>
              <a:t>Chuyển đổi từ ảnh màu thành ảnh xám</a:t>
            </a:r>
            <a:endParaRPr sz="1800">
              <a:latin typeface="Alexandria Black" pitchFamily="2" charset="-78"/>
              <a:cs typeface="Alexandria Black" pitchFamily="2" charset="-78"/>
            </a:endParaRPr>
          </a:p>
        </p:txBody>
      </p:sp>
      <p:sp>
        <p:nvSpPr>
          <p:cNvPr id="2" name="Google Shape;1134;p35">
            <a:extLst>
              <a:ext uri="{FF2B5EF4-FFF2-40B4-BE49-F238E27FC236}">
                <a16:creationId xmlns:a16="http://schemas.microsoft.com/office/drawing/2014/main" id="{88BF8017-6056-ED08-4947-13740B2AB8E8}"/>
              </a:ext>
            </a:extLst>
          </p:cNvPr>
          <p:cNvSpPr txBox="1">
            <a:spLocks/>
          </p:cNvSpPr>
          <p:nvPr/>
        </p:nvSpPr>
        <p:spPr>
          <a:xfrm>
            <a:off x="2452374" y="202827"/>
            <a:ext cx="4239245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>
            <a:pPr algn="ctr"/>
            <a:r>
              <a:rPr lang="en-US" sz="2400">
                <a:solidFill>
                  <a:srgbClr val="00B0F0"/>
                </a:solidFill>
                <a:latin typeface="Alexandria Black" pitchFamily="2" charset="-78"/>
                <a:cs typeface="Alexandria Black" pitchFamily="2" charset="-78"/>
              </a:rPr>
              <a:t>XỬ LÝ CHUNG</a:t>
            </a:r>
            <a:endParaRPr lang="vi-VN" sz="2400">
              <a:solidFill>
                <a:srgbClr val="00B0F0"/>
              </a:solidFill>
              <a:latin typeface="Alexandria Black" pitchFamily="2" charset="-78"/>
              <a:cs typeface="Alexandria Black" pitchFamily="2" charset="-78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095E831-14A7-E560-3733-34FEBF929C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485" y="1278829"/>
            <a:ext cx="3475021" cy="45724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049269A-31D6-0232-5A7F-799D555C3BAB}"/>
              </a:ext>
            </a:extLst>
          </p:cNvPr>
          <p:cNvSpPr/>
          <p:nvPr/>
        </p:nvSpPr>
        <p:spPr>
          <a:xfrm>
            <a:off x="995430" y="2727681"/>
            <a:ext cx="1292772" cy="135950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186479C-C66D-1F6B-CF7F-324B0626B4AF}"/>
              </a:ext>
            </a:extLst>
          </p:cNvPr>
          <p:cNvSpPr/>
          <p:nvPr/>
        </p:nvSpPr>
        <p:spPr>
          <a:xfrm>
            <a:off x="1369068" y="2415819"/>
            <a:ext cx="1292772" cy="135950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8BB114-D42C-848C-E73B-3B0D248813CA}"/>
              </a:ext>
            </a:extLst>
          </p:cNvPr>
          <p:cNvSpPr/>
          <p:nvPr/>
        </p:nvSpPr>
        <p:spPr>
          <a:xfrm>
            <a:off x="1742706" y="2103957"/>
            <a:ext cx="1292772" cy="135950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4E2B46-7653-26D6-B54E-1B09993F9B93}"/>
              </a:ext>
            </a:extLst>
          </p:cNvPr>
          <p:cNvSpPr/>
          <p:nvPr/>
        </p:nvSpPr>
        <p:spPr>
          <a:xfrm>
            <a:off x="2553934" y="3237022"/>
            <a:ext cx="214110" cy="2161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A6A6BF-7127-239E-25EE-91A76F095FD0}"/>
              </a:ext>
            </a:extLst>
          </p:cNvPr>
          <p:cNvSpPr/>
          <p:nvPr/>
        </p:nvSpPr>
        <p:spPr>
          <a:xfrm>
            <a:off x="2180296" y="3552348"/>
            <a:ext cx="214110" cy="21613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FB58B0-66A8-F44E-6E22-266F6F7DB039}"/>
              </a:ext>
            </a:extLst>
          </p:cNvPr>
          <p:cNvSpPr/>
          <p:nvPr/>
        </p:nvSpPr>
        <p:spPr>
          <a:xfrm>
            <a:off x="1806658" y="3846588"/>
            <a:ext cx="214110" cy="21613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5739A67-0B51-FD2A-D6F3-FA4F76ECB67E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2768044" y="3345087"/>
            <a:ext cx="1210612" cy="3898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3E0C83D-351B-E8CC-471B-961ED1F03857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2394406" y="3660413"/>
            <a:ext cx="1584250" cy="152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152A943-84FB-EE7C-CE72-1E8FADE1542A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2020768" y="3895095"/>
            <a:ext cx="1957888" cy="5955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8FFAAFC5-DA42-7509-EE28-E75CDE483484}"/>
              </a:ext>
            </a:extLst>
          </p:cNvPr>
          <p:cNvSpPr/>
          <p:nvPr/>
        </p:nvSpPr>
        <p:spPr>
          <a:xfrm>
            <a:off x="3904674" y="3704748"/>
            <a:ext cx="214110" cy="21613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Google Shape;756;p28">
            <a:extLst>
              <a:ext uri="{FF2B5EF4-FFF2-40B4-BE49-F238E27FC236}">
                <a16:creationId xmlns:a16="http://schemas.microsoft.com/office/drawing/2014/main" id="{8DEED213-656B-238C-706F-FCDABB1AAA7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482429" y="2041992"/>
            <a:ext cx="4375059" cy="6280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 b="1">
                <a:latin typeface="Alexandria Black" pitchFamily="2" charset="-78"/>
                <a:cs typeface="Alexandria Black" pitchFamily="2" charset="-78"/>
              </a:rPr>
              <a:t>Hệ số: </a:t>
            </a:r>
            <a:r>
              <a:rPr lang="en">
                <a:latin typeface="Alexandria Light" pitchFamily="2" charset="-78"/>
                <a:cs typeface="Alexandria Light" pitchFamily="2" charset="-78"/>
              </a:rPr>
              <a:t>Tỉ lệ độ nhạy cảm của mắt người đối với 3 loại ánh sáng (</a:t>
            </a:r>
            <a:r>
              <a:rPr lang="en-US">
                <a:latin typeface="Alexandria Light" pitchFamily="2" charset="-78"/>
                <a:cs typeface="Alexandria Light" pitchFamily="2" charset="-78"/>
              </a:rPr>
              <a:t>ITU-R BT.601 trong truyền hình KTS</a:t>
            </a:r>
            <a:r>
              <a:rPr lang="en">
                <a:latin typeface="Alexandria Light" pitchFamily="2" charset="-78"/>
                <a:cs typeface="Alexandria Light" pitchFamily="2" charset="-78"/>
              </a:rPr>
              <a:t>)</a:t>
            </a:r>
            <a:endParaRPr>
              <a:latin typeface="Alexandria Light" pitchFamily="2" charset="-78"/>
              <a:cs typeface="Alexandria Light" pitchFamily="2" charset="-78"/>
            </a:endParaRPr>
          </a:p>
        </p:txBody>
      </p:sp>
      <p:sp>
        <p:nvSpPr>
          <p:cNvPr id="23" name="Google Shape;756;p28">
            <a:extLst>
              <a:ext uri="{FF2B5EF4-FFF2-40B4-BE49-F238E27FC236}">
                <a16:creationId xmlns:a16="http://schemas.microsoft.com/office/drawing/2014/main" id="{B67C7FF2-0690-970D-042F-D8050B4DD10C}"/>
              </a:ext>
            </a:extLst>
          </p:cNvPr>
          <p:cNvSpPr txBox="1">
            <a:spLocks/>
          </p:cNvSpPr>
          <p:nvPr/>
        </p:nvSpPr>
        <p:spPr>
          <a:xfrm>
            <a:off x="4482429" y="2783709"/>
            <a:ext cx="4524087" cy="380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/>
            <a:r>
              <a:rPr lang="en-US" b="1">
                <a:latin typeface="Alexandria Black" pitchFamily="2" charset="-78"/>
                <a:cs typeface="Alexandria Black" pitchFamily="2" charset="-78"/>
              </a:rPr>
              <a:t>Mục tiêu</a:t>
            </a:r>
            <a:r>
              <a:rPr lang="vi-VN" b="1">
                <a:latin typeface="Alexandria Black" pitchFamily="2" charset="-78"/>
                <a:cs typeface="Alexandria Black" pitchFamily="2" charset="-78"/>
              </a:rPr>
              <a:t>: </a:t>
            </a:r>
            <a:r>
              <a:rPr lang="en-US">
                <a:latin typeface="Alexandria Light" pitchFamily="2" charset="-78"/>
                <a:cs typeface="Alexandria Light" pitchFamily="2" charset="-78"/>
              </a:rPr>
              <a:t>Giảm kích thước tính toán (3 chiều =&gt; 1 chiều) </a:t>
            </a:r>
            <a:endParaRPr lang="vi-VN">
              <a:latin typeface="Alexandria Light" pitchFamily="2" charset="-78"/>
              <a:cs typeface="Alexandria Light" pitchFamily="2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3">
          <a:extLst>
            <a:ext uri="{FF2B5EF4-FFF2-40B4-BE49-F238E27FC236}">
              <a16:creationId xmlns:a16="http://schemas.microsoft.com/office/drawing/2014/main" id="{3F3AF853-17D1-0A8C-E802-238793081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p35">
            <a:extLst>
              <a:ext uri="{FF2B5EF4-FFF2-40B4-BE49-F238E27FC236}">
                <a16:creationId xmlns:a16="http://schemas.microsoft.com/office/drawing/2014/main" id="{839BEFD5-88AD-A0FB-D57E-8CD2C3AEB1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0079" y="775527"/>
            <a:ext cx="688750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lexandria Black" pitchFamily="2" charset="-78"/>
                <a:cs typeface="Alexandria Black" pitchFamily="2" charset="-78"/>
              </a:rPr>
              <a:t>Bước 2: </a:t>
            </a:r>
            <a:r>
              <a:rPr lang="en-US" sz="1800">
                <a:latin typeface="Alexandria Black" pitchFamily="2" charset="-78"/>
                <a:cs typeface="Alexandria Black" pitchFamily="2" charset="-78"/>
              </a:rPr>
              <a:t>Loại bỏ nhiễu muối tiêu bằng bộ lọc trung vị</a:t>
            </a:r>
            <a:endParaRPr sz="1800">
              <a:latin typeface="Alexandria Black" pitchFamily="2" charset="-78"/>
              <a:cs typeface="Alexandria Black" pitchFamily="2" charset="-78"/>
            </a:endParaRPr>
          </a:p>
        </p:txBody>
      </p:sp>
      <p:sp>
        <p:nvSpPr>
          <p:cNvPr id="2" name="Google Shape;1134;p35">
            <a:extLst>
              <a:ext uri="{FF2B5EF4-FFF2-40B4-BE49-F238E27FC236}">
                <a16:creationId xmlns:a16="http://schemas.microsoft.com/office/drawing/2014/main" id="{356612E3-CA8F-A5A1-8FEC-FEE879BA87D0}"/>
              </a:ext>
            </a:extLst>
          </p:cNvPr>
          <p:cNvSpPr txBox="1">
            <a:spLocks/>
          </p:cNvSpPr>
          <p:nvPr/>
        </p:nvSpPr>
        <p:spPr>
          <a:xfrm>
            <a:off x="2452374" y="202827"/>
            <a:ext cx="4239245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>
            <a:pPr algn="ctr"/>
            <a:r>
              <a:rPr lang="en-US" sz="2400">
                <a:solidFill>
                  <a:srgbClr val="00B0F0"/>
                </a:solidFill>
                <a:latin typeface="Alexandria Black" pitchFamily="2" charset="-78"/>
                <a:cs typeface="Alexandria Black" pitchFamily="2" charset="-78"/>
              </a:rPr>
              <a:t>XỬ LÝ CHUNG</a:t>
            </a:r>
            <a:endParaRPr lang="vi-VN" sz="2400">
              <a:solidFill>
                <a:srgbClr val="00B0F0"/>
              </a:solidFill>
              <a:latin typeface="Alexandria Black" pitchFamily="2" charset="-78"/>
              <a:cs typeface="Alexandria Black" pitchFamily="2" charset="-78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234BE5-AC6F-221B-C55C-F33E9BD64B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67535" y="2053718"/>
            <a:ext cx="3272600" cy="23142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6CC2F0B-FA8E-CBA7-8E82-9157A005536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227698" y="2250202"/>
            <a:ext cx="4494740" cy="1540295"/>
          </a:xfrm>
          <a:prstGeom prst="rect">
            <a:avLst/>
          </a:prstGeom>
        </p:spPr>
      </p:pic>
      <p:sp>
        <p:nvSpPr>
          <p:cNvPr id="9" name="Google Shape;756;p28">
            <a:extLst>
              <a:ext uri="{FF2B5EF4-FFF2-40B4-BE49-F238E27FC236}">
                <a16:creationId xmlns:a16="http://schemas.microsoft.com/office/drawing/2014/main" id="{4874113F-57FF-015C-8FE0-ED457A8C08A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67535" y="1267917"/>
            <a:ext cx="4082451" cy="6696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Alexandria Light" pitchFamily="2" charset="-78"/>
                <a:cs typeface="Alexandria Light" pitchFamily="2" charset="-78"/>
              </a:rPr>
              <a:t>Không dùng bộ lọc trung bình để tránh làm mờ và bảo toàn được biên</a:t>
            </a:r>
            <a:endParaRPr sz="1400">
              <a:latin typeface="Alexandria Light" pitchFamily="2" charset="-78"/>
              <a:cs typeface="Alexandria Light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6172307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3">
          <a:extLst>
            <a:ext uri="{FF2B5EF4-FFF2-40B4-BE49-F238E27FC236}">
              <a16:creationId xmlns:a16="http://schemas.microsoft.com/office/drawing/2014/main" id="{3BDC804B-BC08-C17B-0AFC-7F6601177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p35">
            <a:extLst>
              <a:ext uri="{FF2B5EF4-FFF2-40B4-BE49-F238E27FC236}">
                <a16:creationId xmlns:a16="http://schemas.microsoft.com/office/drawing/2014/main" id="{E60F92B1-51BF-71D5-16D9-17280E449D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0079" y="775527"/>
            <a:ext cx="688750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lexandria Black" pitchFamily="2" charset="-78"/>
                <a:cs typeface="Alexandria Black" pitchFamily="2" charset="-78"/>
              </a:rPr>
              <a:t>Bước 3: </a:t>
            </a:r>
            <a:r>
              <a:rPr lang="en-US" sz="1800">
                <a:latin typeface="Alexandria Black" pitchFamily="2" charset="-78"/>
                <a:cs typeface="Alexandria Black" pitchFamily="2" charset="-78"/>
              </a:rPr>
              <a:t>Tách ngưỡng theo Otsu Threshold</a:t>
            </a:r>
            <a:endParaRPr sz="1800">
              <a:latin typeface="Alexandria Black" pitchFamily="2" charset="-78"/>
              <a:cs typeface="Alexandria Black" pitchFamily="2" charset="-78"/>
            </a:endParaRPr>
          </a:p>
        </p:txBody>
      </p:sp>
      <p:sp>
        <p:nvSpPr>
          <p:cNvPr id="2" name="Google Shape;1134;p35">
            <a:extLst>
              <a:ext uri="{FF2B5EF4-FFF2-40B4-BE49-F238E27FC236}">
                <a16:creationId xmlns:a16="http://schemas.microsoft.com/office/drawing/2014/main" id="{6BAA0A11-8538-76B3-6CE1-F6403975E31C}"/>
              </a:ext>
            </a:extLst>
          </p:cNvPr>
          <p:cNvSpPr txBox="1">
            <a:spLocks/>
          </p:cNvSpPr>
          <p:nvPr/>
        </p:nvSpPr>
        <p:spPr>
          <a:xfrm>
            <a:off x="2452374" y="202827"/>
            <a:ext cx="4239245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>
            <a:pPr algn="ctr"/>
            <a:r>
              <a:rPr lang="en-US" sz="2400">
                <a:solidFill>
                  <a:srgbClr val="00B0F0"/>
                </a:solidFill>
                <a:latin typeface="Alexandria Black" pitchFamily="2" charset="-78"/>
                <a:cs typeface="Alexandria Black" pitchFamily="2" charset="-78"/>
              </a:rPr>
              <a:t>XỬ LÝ CHUNG</a:t>
            </a:r>
            <a:endParaRPr lang="vi-VN" sz="2400">
              <a:solidFill>
                <a:srgbClr val="00B0F0"/>
              </a:solidFill>
              <a:latin typeface="Alexandria Black" pitchFamily="2" charset="-78"/>
              <a:cs typeface="Alexandria Black" pitchFamily="2" charset="-78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D42094-3D2C-B800-2CF9-2C8EF64FF5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6393" y="1289211"/>
            <a:ext cx="3272600" cy="2336574"/>
          </a:xfrm>
          <a:prstGeom prst="rect">
            <a:avLst/>
          </a:prstGeom>
        </p:spPr>
      </p:pic>
      <p:sp>
        <p:nvSpPr>
          <p:cNvPr id="9" name="Google Shape;756;p28">
            <a:extLst>
              <a:ext uri="{FF2B5EF4-FFF2-40B4-BE49-F238E27FC236}">
                <a16:creationId xmlns:a16="http://schemas.microsoft.com/office/drawing/2014/main" id="{C8F7EBA1-2A9D-9C83-8D35-97F856F4E37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75031" y="1251301"/>
            <a:ext cx="3811626" cy="4129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" sz="1400">
                <a:solidFill>
                  <a:srgbClr val="FF0000"/>
                </a:solidFill>
                <a:latin typeface="Alexandria Light" pitchFamily="2" charset="-78"/>
                <a:cs typeface="Alexandria Light" pitchFamily="2" charset="-78"/>
              </a:rPr>
              <a:t>(*)</a:t>
            </a:r>
            <a:r>
              <a:rPr lang="en" sz="1400">
                <a:latin typeface="Alexandria Light" pitchFamily="2" charset="-78"/>
                <a:cs typeface="Alexandria Light" pitchFamily="2" charset="-78"/>
              </a:rPr>
              <a:t> Thuật toán tìm ngưỡng </a:t>
            </a:r>
            <a:r>
              <a:rPr lang="en-US" sz="1400">
                <a:latin typeface="Alexandria Black" pitchFamily="2" charset="-78"/>
                <a:cs typeface="Alexandria Black" pitchFamily="2" charset="-78"/>
              </a:rPr>
              <a:t>Otsu</a:t>
            </a:r>
            <a:endParaRPr sz="1400">
              <a:latin typeface="Alexandria Light" pitchFamily="2" charset="-78"/>
              <a:cs typeface="Alexandria Light" pitchFamily="2" charset="-7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72F4FCB-AD8F-EF01-6594-A23ABC3259E7}"/>
                  </a:ext>
                </a:extLst>
              </p:cNvPr>
              <p:cNvSpPr txBox="1"/>
              <p:nvPr/>
            </p:nvSpPr>
            <p:spPr>
              <a:xfrm>
                <a:off x="1298448" y="1718972"/>
                <a:ext cx="1974836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/>
                  <a:t>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.(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72F4FCB-AD8F-EF01-6594-A23ABC3259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8448" y="1718972"/>
                <a:ext cx="1974836" cy="215444"/>
              </a:xfrm>
              <a:prstGeom prst="rect">
                <a:avLst/>
              </a:prstGeom>
              <a:blipFill>
                <a:blip r:embed="rId4"/>
                <a:stretch>
                  <a:fillRect l="-2160" t="-25714" r="-2160" b="-5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Google Shape;756;p28">
            <a:extLst>
              <a:ext uri="{FF2B5EF4-FFF2-40B4-BE49-F238E27FC236}">
                <a16:creationId xmlns:a16="http://schemas.microsoft.com/office/drawing/2014/main" id="{A71DEAB0-A18E-205B-DF06-0204786B0913}"/>
              </a:ext>
            </a:extLst>
          </p:cNvPr>
          <p:cNvSpPr txBox="1">
            <a:spLocks/>
          </p:cNvSpPr>
          <p:nvPr/>
        </p:nvSpPr>
        <p:spPr>
          <a:xfrm>
            <a:off x="390621" y="2076229"/>
            <a:ext cx="4096036" cy="412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/>
            <a:r>
              <a:rPr lang="en-US" sz="1400">
                <a:solidFill>
                  <a:schemeClr val="tx1"/>
                </a:solidFill>
                <a:latin typeface="Alexandria Light" pitchFamily="2" charset="-78"/>
                <a:cs typeface="Alexandria Light" pitchFamily="2" charset="-78"/>
              </a:rPr>
              <a:t>- Thử lần lượt tất cả các ngưỡng t từ (0 – 255)</a:t>
            </a:r>
            <a:endParaRPr lang="vi-VN" sz="1400">
              <a:solidFill>
                <a:schemeClr val="tx1"/>
              </a:solidFill>
              <a:latin typeface="Alexandria Light" pitchFamily="2" charset="-78"/>
              <a:cs typeface="Alexandria Light" pitchFamily="2" charset="-78"/>
            </a:endParaRPr>
          </a:p>
        </p:txBody>
      </p:sp>
      <p:sp>
        <p:nvSpPr>
          <p:cNvPr id="6" name="Google Shape;756;p28">
            <a:extLst>
              <a:ext uri="{FF2B5EF4-FFF2-40B4-BE49-F238E27FC236}">
                <a16:creationId xmlns:a16="http://schemas.microsoft.com/office/drawing/2014/main" id="{B9A26537-D474-1FD8-8D51-1AF6466BA7F3}"/>
              </a:ext>
            </a:extLst>
          </p:cNvPr>
          <p:cNvSpPr txBox="1">
            <a:spLocks/>
          </p:cNvSpPr>
          <p:nvPr/>
        </p:nvSpPr>
        <p:spPr>
          <a:xfrm>
            <a:off x="390621" y="2477834"/>
            <a:ext cx="4096036" cy="412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/>
            <a:r>
              <a:rPr lang="en-US" sz="1400">
                <a:solidFill>
                  <a:schemeClr val="tx1"/>
                </a:solidFill>
                <a:latin typeface="Alexandria Light" pitchFamily="2" charset="-78"/>
                <a:cs typeface="Alexandria Light" pitchFamily="2" charset="-78"/>
              </a:rPr>
              <a:t>- Với mỗi t, xác định được 2 nhóm pixel:</a:t>
            </a:r>
          </a:p>
          <a:p>
            <a:pPr marL="0" indent="0"/>
            <a:r>
              <a:rPr lang="en-US" sz="1400">
                <a:solidFill>
                  <a:schemeClr val="tx1"/>
                </a:solidFill>
                <a:latin typeface="Alexandria Light" pitchFamily="2" charset="-78"/>
                <a:cs typeface="Alexandria Light" pitchFamily="2" charset="-78"/>
              </a:rPr>
              <a:t> </a:t>
            </a:r>
          </a:p>
          <a:p>
            <a:pPr marL="0" indent="0"/>
            <a:endParaRPr lang="vi-VN" sz="1400">
              <a:solidFill>
                <a:schemeClr val="tx1"/>
              </a:solidFill>
              <a:latin typeface="Alexandria Light" pitchFamily="2" charset="-78"/>
              <a:cs typeface="Alexandria Light" pitchFamily="2" charset="-78"/>
            </a:endParaRPr>
          </a:p>
        </p:txBody>
      </p:sp>
      <p:sp>
        <p:nvSpPr>
          <p:cNvPr id="7" name="Google Shape;756;p28">
            <a:extLst>
              <a:ext uri="{FF2B5EF4-FFF2-40B4-BE49-F238E27FC236}">
                <a16:creationId xmlns:a16="http://schemas.microsoft.com/office/drawing/2014/main" id="{D8529615-C29F-1045-6A86-2D07F4CABA84}"/>
              </a:ext>
            </a:extLst>
          </p:cNvPr>
          <p:cNvSpPr txBox="1">
            <a:spLocks/>
          </p:cNvSpPr>
          <p:nvPr/>
        </p:nvSpPr>
        <p:spPr>
          <a:xfrm>
            <a:off x="404356" y="2864337"/>
            <a:ext cx="4252989" cy="4129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/>
            <a:r>
              <a:rPr lang="en-US" sz="1400" b="1">
                <a:solidFill>
                  <a:schemeClr val="tx1"/>
                </a:solidFill>
                <a:latin typeface="Alexandria Light" pitchFamily="2" charset="-78"/>
                <a:cs typeface="Alexandria Light" pitchFamily="2" charset="-78"/>
              </a:rPr>
              <a:t>Backgound (value &lt;= t</a:t>
            </a:r>
            <a:r>
              <a:rPr lang="en-US" sz="1400">
                <a:solidFill>
                  <a:schemeClr val="tx1"/>
                </a:solidFill>
                <a:latin typeface="Alexandria Light" pitchFamily="2" charset="-78"/>
                <a:cs typeface="Alexandria Light" pitchFamily="2" charset="-78"/>
              </a:rPr>
              <a:t>) &amp; </a:t>
            </a:r>
            <a:r>
              <a:rPr lang="en-US" sz="1400" b="1">
                <a:solidFill>
                  <a:schemeClr val="tx1"/>
                </a:solidFill>
                <a:latin typeface="Alexandria Light" pitchFamily="2" charset="-78"/>
                <a:cs typeface="Alexandria Light" pitchFamily="2" charset="-78"/>
              </a:rPr>
              <a:t>Foregound (value &gt; t</a:t>
            </a:r>
            <a:r>
              <a:rPr lang="en-US" sz="1400">
                <a:solidFill>
                  <a:schemeClr val="tx1"/>
                </a:solidFill>
                <a:latin typeface="Alexandria Light" pitchFamily="2" charset="-78"/>
                <a:cs typeface="Alexandria Light" pitchFamily="2" charset="-78"/>
              </a:rPr>
              <a:t>)  </a:t>
            </a:r>
          </a:p>
          <a:p>
            <a:pPr marL="0" indent="0"/>
            <a:endParaRPr lang="vi-VN" sz="1400">
              <a:solidFill>
                <a:schemeClr val="tx1"/>
              </a:solidFill>
              <a:latin typeface="Alexandria Light" pitchFamily="2" charset="-78"/>
              <a:cs typeface="Alexandria Light" pitchFamily="2" charset="-7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Google Shape;756;p28">
                <a:extLst>
                  <a:ext uri="{FF2B5EF4-FFF2-40B4-BE49-F238E27FC236}">
                    <a16:creationId xmlns:a16="http://schemas.microsoft.com/office/drawing/2014/main" id="{E4296753-3D02-0F79-29FD-F8423498FD2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0621" y="3327088"/>
                <a:ext cx="4096036" cy="4129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Lato"/>
                  <a:buNone/>
                  <a:defRPr sz="12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1pPr>
                <a:lvl2pPr marL="914400" marR="0" lvl="1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Lato"/>
                  <a:buNone/>
                  <a:defRPr sz="12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2pPr>
                <a:lvl3pPr marL="1371600" marR="0" lvl="2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Lato"/>
                  <a:buNone/>
                  <a:defRPr sz="12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3pPr>
                <a:lvl4pPr marL="1828800" marR="0" lvl="3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Lato"/>
                  <a:buNone/>
                  <a:defRPr sz="12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4pPr>
                <a:lvl5pPr marL="2286000" marR="0" lvl="4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Lato"/>
                  <a:buNone/>
                  <a:defRPr sz="12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5pPr>
                <a:lvl6pPr marL="2743200" marR="0" lvl="5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Lato"/>
                  <a:buNone/>
                  <a:defRPr sz="12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6pPr>
                <a:lvl7pPr marL="3200400" marR="0" lvl="6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Lato"/>
                  <a:buNone/>
                  <a:defRPr sz="12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7pPr>
                <a:lvl8pPr marL="3657600" marR="0" lvl="7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Lato"/>
                  <a:buNone/>
                  <a:defRPr sz="12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8pPr>
                <a:lvl9pPr marL="4114800" marR="0" lvl="8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Lato"/>
                  <a:buNone/>
                  <a:defRPr sz="12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9pPr>
              </a:lstStyle>
              <a:p>
                <a:pPr marL="0" indent="0"/>
                <a:r>
                  <a:rPr lang="en-US" sz="1400">
                    <a:solidFill>
                      <a:schemeClr val="tx1"/>
                    </a:solidFill>
                    <a:latin typeface="Alexandria Light" pitchFamily="2" charset="-78"/>
                    <a:cs typeface="Alexandria Light" pitchFamily="2" charset="-78"/>
                  </a:rPr>
                  <a:t>- Tính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400">
                    <a:solidFill>
                      <a:schemeClr val="tx1"/>
                    </a:solidFill>
                    <a:latin typeface="Alexandria Light" pitchFamily="2" charset="-78"/>
                    <a:cs typeface="Alexandria Light" pitchFamily="2" charset="-78"/>
                  </a:rPr>
                  <a:t> với:</a:t>
                </a:r>
                <a:endParaRPr lang="vi-VN" sz="1400">
                  <a:solidFill>
                    <a:schemeClr val="tx1"/>
                  </a:solidFill>
                  <a:latin typeface="Alexandria Light" pitchFamily="2" charset="-78"/>
                  <a:cs typeface="Alexandria Light" pitchFamily="2" charset="-78"/>
                </a:endParaRPr>
              </a:p>
            </p:txBody>
          </p:sp>
        </mc:Choice>
        <mc:Fallback xmlns="">
          <p:sp>
            <p:nvSpPr>
              <p:cNvPr id="11" name="Google Shape;756;p28">
                <a:extLst>
                  <a:ext uri="{FF2B5EF4-FFF2-40B4-BE49-F238E27FC236}">
                    <a16:creationId xmlns:a16="http://schemas.microsoft.com/office/drawing/2014/main" id="{E4296753-3D02-0F79-29FD-F8423498FD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621" y="3327088"/>
                <a:ext cx="4096036" cy="412908"/>
              </a:xfrm>
              <a:prstGeom prst="rect">
                <a:avLst/>
              </a:prstGeom>
              <a:blipFill>
                <a:blip r:embed="rId5"/>
                <a:stretch>
                  <a:fillRect l="-44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Google Shape;756;p28">
                <a:extLst>
                  <a:ext uri="{FF2B5EF4-FFF2-40B4-BE49-F238E27FC236}">
                    <a16:creationId xmlns:a16="http://schemas.microsoft.com/office/drawing/2014/main" id="{FCFE425C-9969-9399-A6FE-CB096A0BE4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15489" y="3625785"/>
                <a:ext cx="4096036" cy="4129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Lato"/>
                  <a:buNone/>
                  <a:defRPr sz="12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1pPr>
                <a:lvl2pPr marL="914400" marR="0" lvl="1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Lato"/>
                  <a:buNone/>
                  <a:defRPr sz="12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2pPr>
                <a:lvl3pPr marL="1371600" marR="0" lvl="2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Lato"/>
                  <a:buNone/>
                  <a:defRPr sz="12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3pPr>
                <a:lvl4pPr marL="1828800" marR="0" lvl="3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Lato"/>
                  <a:buNone/>
                  <a:defRPr sz="12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4pPr>
                <a:lvl5pPr marL="2286000" marR="0" lvl="4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Lato"/>
                  <a:buNone/>
                  <a:defRPr sz="12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5pPr>
                <a:lvl6pPr marL="2743200" marR="0" lvl="5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Lato"/>
                  <a:buNone/>
                  <a:defRPr sz="12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6pPr>
                <a:lvl7pPr marL="3200400" marR="0" lvl="6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Lato"/>
                  <a:buNone/>
                  <a:defRPr sz="12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7pPr>
                <a:lvl8pPr marL="3657600" marR="0" lvl="7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Lato"/>
                  <a:buNone/>
                  <a:defRPr sz="12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8pPr>
                <a:lvl9pPr marL="4114800" marR="0" lvl="8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Lato"/>
                  <a:buNone/>
                  <a:defRPr sz="12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9pPr>
              </a:lstStyle>
              <a:p>
                <a:pPr marL="0" indent="0"/>
                <a:r>
                  <a:rPr lang="en-US" sz="1400">
                    <a:solidFill>
                      <a:schemeClr val="tx1"/>
                    </a:solidFill>
                    <a:latin typeface="Alexandria Light" pitchFamily="2" charset="-78"/>
                    <a:cs typeface="Alexandria Light" pitchFamily="2" charset="-78"/>
                  </a:rPr>
                  <a:t>+)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sz="1400" b="1">
                    <a:solidFill>
                      <a:schemeClr val="tx1"/>
                    </a:solidFill>
                    <a:latin typeface="Alexandria Light" pitchFamily="2" charset="-78"/>
                    <a:cs typeface="Alexandria Light" pitchFamily="2" charset="-78"/>
                  </a:rPr>
                  <a:t>=  </a:t>
                </a:r>
                <a:r>
                  <a:rPr lang="en-US" sz="1400">
                    <a:solidFill>
                      <a:schemeClr val="tx1"/>
                    </a:solidFill>
                    <a:latin typeface="Alexandria Light" pitchFamily="2" charset="-78"/>
                    <a:cs typeface="Alexandria Light" pitchFamily="2" charset="-78"/>
                  </a:rPr>
                  <a:t>số pixel thuộc nhóm </a:t>
                </a:r>
                <a:r>
                  <a:rPr lang="en-US" sz="1400" b="1">
                    <a:solidFill>
                      <a:schemeClr val="tx1"/>
                    </a:solidFill>
                    <a:latin typeface="Alexandria Light" pitchFamily="2" charset="-78"/>
                    <a:cs typeface="Alexandria Light" pitchFamily="2" charset="-78"/>
                  </a:rPr>
                  <a:t>Backgound</a:t>
                </a:r>
                <a:endParaRPr lang="vi-VN" sz="1400">
                  <a:solidFill>
                    <a:schemeClr val="tx1"/>
                  </a:solidFill>
                  <a:latin typeface="Alexandria Light" pitchFamily="2" charset="-78"/>
                  <a:cs typeface="Alexandria Light" pitchFamily="2" charset="-78"/>
                </a:endParaRPr>
              </a:p>
            </p:txBody>
          </p:sp>
        </mc:Choice>
        <mc:Fallback xmlns="">
          <p:sp>
            <p:nvSpPr>
              <p:cNvPr id="12" name="Google Shape;756;p28">
                <a:extLst>
                  <a:ext uri="{FF2B5EF4-FFF2-40B4-BE49-F238E27FC236}">
                    <a16:creationId xmlns:a16="http://schemas.microsoft.com/office/drawing/2014/main" id="{FCFE425C-9969-9399-A6FE-CB096A0BE4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489" y="3625785"/>
                <a:ext cx="4096036" cy="412908"/>
              </a:xfrm>
              <a:prstGeom prst="rect">
                <a:avLst/>
              </a:prstGeom>
              <a:blipFill>
                <a:blip r:embed="rId6"/>
                <a:stretch>
                  <a:fillRect l="-44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Google Shape;756;p28">
                <a:extLst>
                  <a:ext uri="{FF2B5EF4-FFF2-40B4-BE49-F238E27FC236}">
                    <a16:creationId xmlns:a16="http://schemas.microsoft.com/office/drawing/2014/main" id="{7D6D07BC-789D-3E2A-88A9-E7EAE284B05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15489" y="3937231"/>
                <a:ext cx="4096036" cy="4129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Lato"/>
                  <a:buNone/>
                  <a:defRPr sz="12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1pPr>
                <a:lvl2pPr marL="914400" marR="0" lvl="1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Lato"/>
                  <a:buNone/>
                  <a:defRPr sz="12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2pPr>
                <a:lvl3pPr marL="1371600" marR="0" lvl="2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Lato"/>
                  <a:buNone/>
                  <a:defRPr sz="12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3pPr>
                <a:lvl4pPr marL="1828800" marR="0" lvl="3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Lato"/>
                  <a:buNone/>
                  <a:defRPr sz="12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4pPr>
                <a:lvl5pPr marL="2286000" marR="0" lvl="4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Lato"/>
                  <a:buNone/>
                  <a:defRPr sz="12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5pPr>
                <a:lvl6pPr marL="2743200" marR="0" lvl="5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Lato"/>
                  <a:buNone/>
                  <a:defRPr sz="12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6pPr>
                <a:lvl7pPr marL="3200400" marR="0" lvl="6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Lato"/>
                  <a:buNone/>
                  <a:defRPr sz="12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7pPr>
                <a:lvl8pPr marL="3657600" marR="0" lvl="7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Lato"/>
                  <a:buNone/>
                  <a:defRPr sz="12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8pPr>
                <a:lvl9pPr marL="4114800" marR="0" lvl="8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Lato"/>
                  <a:buNone/>
                  <a:defRPr sz="12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9pPr>
              </a:lstStyle>
              <a:p>
                <a:pPr marL="0" indent="0"/>
                <a:r>
                  <a:rPr lang="en-US" sz="1400">
                    <a:solidFill>
                      <a:schemeClr val="tx1"/>
                    </a:solidFill>
                    <a:latin typeface="Alexandria Light" pitchFamily="2" charset="-78"/>
                    <a:cs typeface="Alexandria Light" pitchFamily="2" charset="-78"/>
                  </a:rPr>
                  <a:t>+)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r>
                  <a:rPr lang="en-US" sz="1400" b="1">
                    <a:solidFill>
                      <a:schemeClr val="tx1"/>
                    </a:solidFill>
                    <a:latin typeface="Alexandria Light" pitchFamily="2" charset="-78"/>
                    <a:cs typeface="Alexandria Light" pitchFamily="2" charset="-78"/>
                  </a:rPr>
                  <a:t> =  </a:t>
                </a:r>
                <a:r>
                  <a:rPr lang="en-US" sz="1400">
                    <a:solidFill>
                      <a:schemeClr val="tx1"/>
                    </a:solidFill>
                    <a:latin typeface="Alexandria Light" pitchFamily="2" charset="-78"/>
                    <a:cs typeface="Alexandria Light" pitchFamily="2" charset="-78"/>
                  </a:rPr>
                  <a:t>số pixel thuộc nhóm</a:t>
                </a:r>
                <a:r>
                  <a:rPr lang="en-US" sz="1400" b="1">
                    <a:solidFill>
                      <a:schemeClr val="tx1"/>
                    </a:solidFill>
                    <a:latin typeface="Alexandria Light" pitchFamily="2" charset="-78"/>
                    <a:cs typeface="Alexandria Light" pitchFamily="2" charset="-78"/>
                  </a:rPr>
                  <a:t>  Foregound</a:t>
                </a:r>
                <a:endParaRPr lang="vi-VN" sz="1400">
                  <a:solidFill>
                    <a:schemeClr val="tx1"/>
                  </a:solidFill>
                  <a:latin typeface="Alexandria Light" pitchFamily="2" charset="-78"/>
                  <a:cs typeface="Alexandria Light" pitchFamily="2" charset="-78"/>
                </a:endParaRPr>
              </a:p>
            </p:txBody>
          </p:sp>
        </mc:Choice>
        <mc:Fallback xmlns="">
          <p:sp>
            <p:nvSpPr>
              <p:cNvPr id="13" name="Google Shape;756;p28">
                <a:extLst>
                  <a:ext uri="{FF2B5EF4-FFF2-40B4-BE49-F238E27FC236}">
                    <a16:creationId xmlns:a16="http://schemas.microsoft.com/office/drawing/2014/main" id="{7D6D07BC-789D-3E2A-88A9-E7EAE284B0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489" y="3937231"/>
                <a:ext cx="4096036" cy="412908"/>
              </a:xfrm>
              <a:prstGeom prst="rect">
                <a:avLst/>
              </a:prstGeom>
              <a:blipFill>
                <a:blip r:embed="rId7"/>
                <a:stretch>
                  <a:fillRect l="-44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Google Shape;756;p28">
                <a:extLst>
                  <a:ext uri="{FF2B5EF4-FFF2-40B4-BE49-F238E27FC236}">
                    <a16:creationId xmlns:a16="http://schemas.microsoft.com/office/drawing/2014/main" id="{D9DFE904-8BD9-CC71-B50C-959E8B613CA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15488" y="4275455"/>
                <a:ext cx="4457551" cy="4129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Lato"/>
                  <a:buNone/>
                  <a:defRPr sz="12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1pPr>
                <a:lvl2pPr marL="914400" marR="0" lvl="1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Lato"/>
                  <a:buNone/>
                  <a:defRPr sz="12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2pPr>
                <a:lvl3pPr marL="1371600" marR="0" lvl="2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Lato"/>
                  <a:buNone/>
                  <a:defRPr sz="12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3pPr>
                <a:lvl4pPr marL="1828800" marR="0" lvl="3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Lato"/>
                  <a:buNone/>
                  <a:defRPr sz="12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4pPr>
                <a:lvl5pPr marL="2286000" marR="0" lvl="4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Lato"/>
                  <a:buNone/>
                  <a:defRPr sz="12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5pPr>
                <a:lvl6pPr marL="2743200" marR="0" lvl="5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Lato"/>
                  <a:buNone/>
                  <a:defRPr sz="12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6pPr>
                <a:lvl7pPr marL="3200400" marR="0" lvl="6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Lato"/>
                  <a:buNone/>
                  <a:defRPr sz="12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7pPr>
                <a:lvl8pPr marL="3657600" marR="0" lvl="7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Lato"/>
                  <a:buNone/>
                  <a:defRPr sz="12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8pPr>
                <a:lvl9pPr marL="4114800" marR="0" lvl="8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Lato"/>
                  <a:buNone/>
                  <a:defRPr sz="12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9pPr>
              </a:lstStyle>
              <a:p>
                <a:pPr marL="0" indent="0"/>
                <a:r>
                  <a:rPr lang="en-US" sz="1400">
                    <a:solidFill>
                      <a:schemeClr val="tx1"/>
                    </a:solidFill>
                    <a:latin typeface="Alexandria Light" pitchFamily="2" charset="-78"/>
                    <a:cs typeface="Alexandria Light" pitchFamily="2" charset="-78"/>
                  </a:rPr>
                  <a:t>+)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sz="1400" b="1">
                    <a:solidFill>
                      <a:schemeClr val="tx1"/>
                    </a:solidFill>
                    <a:latin typeface="Alexandria Light" pitchFamily="2" charset="-78"/>
                    <a:cs typeface="Alexandria Light" pitchFamily="2" charset="-78"/>
                  </a:rPr>
                  <a:t>= </a:t>
                </a:r>
                <a14:m>
                  <m:oMath xmlns:m="http://schemas.openxmlformats.org/officeDocument/2006/math">
                    <m:r>
                      <a:rPr lang="en-US" sz="140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>
                    <a:solidFill>
                      <a:schemeClr val="tx1"/>
                    </a:solidFill>
                    <a:latin typeface="Alexandria Light" pitchFamily="2" charset="-78"/>
                    <a:cs typeface="Alexandria Light" pitchFamily="2" charset="-78"/>
                  </a:rPr>
                  <a:t>giá trị pixel trung bình nhóm </a:t>
                </a:r>
                <a:r>
                  <a:rPr lang="en-US" sz="1400" b="1">
                    <a:solidFill>
                      <a:schemeClr val="tx1"/>
                    </a:solidFill>
                    <a:latin typeface="Alexandria Light" pitchFamily="2" charset="-78"/>
                    <a:cs typeface="Alexandria Light" pitchFamily="2" charset="-78"/>
                  </a:rPr>
                  <a:t>Backgound</a:t>
                </a:r>
                <a:endParaRPr lang="vi-VN" sz="1400">
                  <a:solidFill>
                    <a:schemeClr val="tx1"/>
                  </a:solidFill>
                  <a:latin typeface="Alexandria Light" pitchFamily="2" charset="-78"/>
                  <a:cs typeface="Alexandria Light" pitchFamily="2" charset="-78"/>
                </a:endParaRPr>
              </a:p>
            </p:txBody>
          </p:sp>
        </mc:Choice>
        <mc:Fallback xmlns="">
          <p:sp>
            <p:nvSpPr>
              <p:cNvPr id="14" name="Google Shape;756;p28">
                <a:extLst>
                  <a:ext uri="{FF2B5EF4-FFF2-40B4-BE49-F238E27FC236}">
                    <a16:creationId xmlns:a16="http://schemas.microsoft.com/office/drawing/2014/main" id="{D9DFE904-8BD9-CC71-B50C-959E8B613C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488" y="4275455"/>
                <a:ext cx="4457551" cy="412908"/>
              </a:xfrm>
              <a:prstGeom prst="rect">
                <a:avLst/>
              </a:prstGeom>
              <a:blipFill>
                <a:blip r:embed="rId8"/>
                <a:stretch>
                  <a:fillRect l="-41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Google Shape;756;p28">
                <a:extLst>
                  <a:ext uri="{FF2B5EF4-FFF2-40B4-BE49-F238E27FC236}">
                    <a16:creationId xmlns:a16="http://schemas.microsoft.com/office/drawing/2014/main" id="{2A86BC2A-E8FD-0C21-42FC-B8A4F438543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15487" y="4613679"/>
                <a:ext cx="4457551" cy="4129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Lato"/>
                  <a:buNone/>
                  <a:defRPr sz="12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1pPr>
                <a:lvl2pPr marL="914400" marR="0" lvl="1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Lato"/>
                  <a:buNone/>
                  <a:defRPr sz="12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2pPr>
                <a:lvl3pPr marL="1371600" marR="0" lvl="2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Lato"/>
                  <a:buNone/>
                  <a:defRPr sz="12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3pPr>
                <a:lvl4pPr marL="1828800" marR="0" lvl="3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Lato"/>
                  <a:buNone/>
                  <a:defRPr sz="12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4pPr>
                <a:lvl5pPr marL="2286000" marR="0" lvl="4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Lato"/>
                  <a:buNone/>
                  <a:defRPr sz="12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5pPr>
                <a:lvl6pPr marL="2743200" marR="0" lvl="5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Lato"/>
                  <a:buNone/>
                  <a:defRPr sz="12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6pPr>
                <a:lvl7pPr marL="3200400" marR="0" lvl="6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Lato"/>
                  <a:buNone/>
                  <a:defRPr sz="12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7pPr>
                <a:lvl8pPr marL="3657600" marR="0" lvl="7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Lato"/>
                  <a:buNone/>
                  <a:defRPr sz="12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8pPr>
                <a:lvl9pPr marL="4114800" marR="0" lvl="8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Lato"/>
                  <a:buNone/>
                  <a:defRPr sz="12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9pPr>
              </a:lstStyle>
              <a:p>
                <a:pPr marL="0" indent="0"/>
                <a:r>
                  <a:rPr lang="en-US" sz="1400">
                    <a:solidFill>
                      <a:schemeClr val="tx1"/>
                    </a:solidFill>
                    <a:latin typeface="Alexandria Light" pitchFamily="2" charset="-78"/>
                    <a:cs typeface="Alexandria Light" pitchFamily="2" charset="-78"/>
                  </a:rPr>
                  <a:t>+)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r>
                  <a:rPr lang="en-US" sz="1400" b="1">
                    <a:solidFill>
                      <a:schemeClr val="tx1"/>
                    </a:solidFill>
                    <a:latin typeface="Alexandria Light" pitchFamily="2" charset="-78"/>
                    <a:cs typeface="Alexandria Light" pitchFamily="2" charset="-78"/>
                  </a:rPr>
                  <a:t>= </a:t>
                </a:r>
                <a14:m>
                  <m:oMath xmlns:m="http://schemas.openxmlformats.org/officeDocument/2006/math">
                    <m:r>
                      <a:rPr lang="en-US" sz="140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>
                    <a:solidFill>
                      <a:schemeClr val="tx1"/>
                    </a:solidFill>
                    <a:latin typeface="Alexandria Light" pitchFamily="2" charset="-78"/>
                    <a:cs typeface="Alexandria Light" pitchFamily="2" charset="-78"/>
                  </a:rPr>
                  <a:t>giá trị pixel trung bình nhóm </a:t>
                </a:r>
                <a:r>
                  <a:rPr lang="en-US" sz="1400" b="1">
                    <a:solidFill>
                      <a:schemeClr val="tx1"/>
                    </a:solidFill>
                    <a:latin typeface="Alexandria Light" pitchFamily="2" charset="-78"/>
                    <a:cs typeface="Alexandria Light" pitchFamily="2" charset="-78"/>
                  </a:rPr>
                  <a:t>Foregound</a:t>
                </a:r>
                <a:endParaRPr lang="vi-VN" sz="1400">
                  <a:solidFill>
                    <a:schemeClr val="tx1"/>
                  </a:solidFill>
                  <a:latin typeface="Alexandria Light" pitchFamily="2" charset="-78"/>
                  <a:cs typeface="Alexandria Light" pitchFamily="2" charset="-78"/>
                </a:endParaRPr>
              </a:p>
            </p:txBody>
          </p:sp>
        </mc:Choice>
        <mc:Fallback xmlns="">
          <p:sp>
            <p:nvSpPr>
              <p:cNvPr id="16" name="Google Shape;756;p28">
                <a:extLst>
                  <a:ext uri="{FF2B5EF4-FFF2-40B4-BE49-F238E27FC236}">
                    <a16:creationId xmlns:a16="http://schemas.microsoft.com/office/drawing/2014/main" id="{2A86BC2A-E8FD-0C21-42FC-B8A4F43854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487" y="4613679"/>
                <a:ext cx="4457551" cy="412908"/>
              </a:xfrm>
              <a:prstGeom prst="rect">
                <a:avLst/>
              </a:prstGeom>
              <a:blipFill>
                <a:blip r:embed="rId9"/>
                <a:stretch>
                  <a:fillRect l="-41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Google Shape;756;p28">
                <a:extLst>
                  <a:ext uri="{FF2B5EF4-FFF2-40B4-BE49-F238E27FC236}">
                    <a16:creationId xmlns:a16="http://schemas.microsoft.com/office/drawing/2014/main" id="{420E4AD0-F010-A1D5-35E8-6E203972E2D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454975" y="4139469"/>
                <a:ext cx="3272601" cy="6148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Lato"/>
                  <a:buNone/>
                  <a:defRPr sz="12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1pPr>
                <a:lvl2pPr marL="914400" marR="0" lvl="1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Lato"/>
                  <a:buNone/>
                  <a:defRPr sz="12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2pPr>
                <a:lvl3pPr marL="1371600" marR="0" lvl="2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Lato"/>
                  <a:buNone/>
                  <a:defRPr sz="12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3pPr>
                <a:lvl4pPr marL="1828800" marR="0" lvl="3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Lato"/>
                  <a:buNone/>
                  <a:defRPr sz="12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4pPr>
                <a:lvl5pPr marL="2286000" marR="0" lvl="4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Lato"/>
                  <a:buNone/>
                  <a:defRPr sz="12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5pPr>
                <a:lvl6pPr marL="2743200" marR="0" lvl="5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Lato"/>
                  <a:buNone/>
                  <a:defRPr sz="12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6pPr>
                <a:lvl7pPr marL="3200400" marR="0" lvl="6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Lato"/>
                  <a:buNone/>
                  <a:defRPr sz="12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7pPr>
                <a:lvl8pPr marL="3657600" marR="0" lvl="7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Lato"/>
                  <a:buNone/>
                  <a:defRPr sz="12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8pPr>
                <a:lvl9pPr marL="4114800" marR="0" lvl="8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Lato"/>
                  <a:buNone/>
                  <a:defRPr sz="12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9pPr>
              </a:lstStyle>
              <a:p>
                <a:pPr marL="0" indent="0"/>
                <a:r>
                  <a:rPr lang="en-US" sz="1400" b="1">
                    <a:solidFill>
                      <a:srgbClr val="C00000"/>
                    </a:solidFill>
                    <a:latin typeface="Alexandria Light" pitchFamily="2" charset="-78"/>
                    <a:cs typeface="Alexandria Light" pitchFamily="2" charset="-78"/>
                  </a:rPr>
                  <a:t>=&gt; Ngưỡng cần tím = t ứng với giá trị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400">
                    <a:latin typeface="Alexandria Light" pitchFamily="2" charset="-78"/>
                    <a:cs typeface="Alexandria Light" pitchFamily="2" charset="-78"/>
                  </a:rPr>
                  <a:t> </a:t>
                </a:r>
                <a:r>
                  <a:rPr lang="en-US" sz="1400" b="1">
                    <a:solidFill>
                      <a:srgbClr val="C00000"/>
                    </a:solidFill>
                    <a:latin typeface="Alexandria Light" pitchFamily="2" charset="-78"/>
                    <a:cs typeface="Alexandria Light" pitchFamily="2" charset="-78"/>
                  </a:rPr>
                  <a:t>cao nhất</a:t>
                </a:r>
              </a:p>
            </p:txBody>
          </p:sp>
        </mc:Choice>
        <mc:Fallback xmlns="">
          <p:sp>
            <p:nvSpPr>
              <p:cNvPr id="17" name="Google Shape;756;p28">
                <a:extLst>
                  <a:ext uri="{FF2B5EF4-FFF2-40B4-BE49-F238E27FC236}">
                    <a16:creationId xmlns:a16="http://schemas.microsoft.com/office/drawing/2014/main" id="{420E4AD0-F010-A1D5-35E8-6E203972E2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4975" y="4139469"/>
                <a:ext cx="3272601" cy="614804"/>
              </a:xfrm>
              <a:prstGeom prst="rect">
                <a:avLst/>
              </a:prstGeom>
              <a:blipFill>
                <a:blip r:embed="rId10"/>
                <a:stretch>
                  <a:fillRect l="-559" b="-198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44498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3">
          <a:extLst>
            <a:ext uri="{FF2B5EF4-FFF2-40B4-BE49-F238E27FC236}">
              <a16:creationId xmlns:a16="http://schemas.microsoft.com/office/drawing/2014/main" id="{CE48F61B-B4FD-EC84-2EB1-B311AF374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p35">
            <a:extLst>
              <a:ext uri="{FF2B5EF4-FFF2-40B4-BE49-F238E27FC236}">
                <a16:creationId xmlns:a16="http://schemas.microsoft.com/office/drawing/2014/main" id="{C0207340-98EC-1716-32EE-4F0AB7D78A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0079" y="775527"/>
            <a:ext cx="688750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lexandria Black" pitchFamily="2" charset="-78"/>
                <a:cs typeface="Alexandria Black" pitchFamily="2" charset="-78"/>
              </a:rPr>
              <a:t>Bước 4: </a:t>
            </a:r>
            <a:r>
              <a:rPr lang="en-US" sz="1800">
                <a:latin typeface="Alexandria Black" pitchFamily="2" charset="-78"/>
                <a:cs typeface="Alexandria Black" pitchFamily="2" charset="-78"/>
              </a:rPr>
              <a:t>Tìm biên và xác định BoundingBox</a:t>
            </a:r>
            <a:endParaRPr sz="1800">
              <a:latin typeface="Alexandria Black" pitchFamily="2" charset="-78"/>
              <a:cs typeface="Alexandria Black" pitchFamily="2" charset="-78"/>
            </a:endParaRPr>
          </a:p>
        </p:txBody>
      </p:sp>
      <p:sp>
        <p:nvSpPr>
          <p:cNvPr id="9" name="Google Shape;756;p28">
            <a:extLst>
              <a:ext uri="{FF2B5EF4-FFF2-40B4-BE49-F238E27FC236}">
                <a16:creationId xmlns:a16="http://schemas.microsoft.com/office/drawing/2014/main" id="{FE4AD3A2-5140-38AE-B24B-D9BC4EE63E5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219729" y="1757731"/>
            <a:ext cx="3971921" cy="83837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>
                <a:solidFill>
                  <a:srgbClr val="C00000"/>
                </a:solidFill>
                <a:latin typeface="Alexandria Light" pitchFamily="2" charset="-78"/>
                <a:cs typeface="Alexandria Light" pitchFamily="2" charset="-78"/>
              </a:rPr>
              <a:t>Bước 1</a:t>
            </a:r>
            <a:r>
              <a:rPr lang="en" sz="1400">
                <a:latin typeface="Alexandria Light" pitchFamily="2" charset="-78"/>
                <a:cs typeface="Alexandria Light" pitchFamily="2" charset="-78"/>
              </a:rPr>
              <a:t>: TÌm các vùng liên thông </a:t>
            </a:r>
            <a:r>
              <a:rPr lang="en-US" sz="1400">
                <a:latin typeface="Alexandria Light" pitchFamily="2" charset="-78"/>
                <a:cs typeface="Alexandria Light" pitchFamily="2" charset="-78"/>
              </a:rPr>
              <a:t>bằng BFS hoặc DFS =&gt; Tập hợp tọa độ các điểm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lexandria Light" pitchFamily="2" charset="-78"/>
                <a:cs typeface="Alexandria Light" pitchFamily="2" charset="-78"/>
              </a:rPr>
              <a:t>pixel = 255</a:t>
            </a:r>
            <a:endParaRPr sz="1400">
              <a:latin typeface="Alexandria Light" pitchFamily="2" charset="-78"/>
              <a:cs typeface="Alexandria Light" pitchFamily="2" charset="-78"/>
            </a:endParaRPr>
          </a:p>
        </p:txBody>
      </p:sp>
      <p:sp>
        <p:nvSpPr>
          <p:cNvPr id="4" name="Google Shape;756;p28">
            <a:extLst>
              <a:ext uri="{FF2B5EF4-FFF2-40B4-BE49-F238E27FC236}">
                <a16:creationId xmlns:a16="http://schemas.microsoft.com/office/drawing/2014/main" id="{6993149F-88AD-D6B0-09E7-8DD0E1DC7E5A}"/>
              </a:ext>
            </a:extLst>
          </p:cNvPr>
          <p:cNvSpPr txBox="1">
            <a:spLocks/>
          </p:cNvSpPr>
          <p:nvPr/>
        </p:nvSpPr>
        <p:spPr>
          <a:xfrm>
            <a:off x="4219731" y="3777637"/>
            <a:ext cx="3971921" cy="464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/>
            <a:r>
              <a:rPr lang="en-US" sz="1400" b="1">
                <a:solidFill>
                  <a:srgbClr val="00B0F0"/>
                </a:solidFill>
                <a:latin typeface="Alexandria Light" pitchFamily="2" charset="-78"/>
                <a:cs typeface="Alexandria Light" pitchFamily="2" charset="-78"/>
              </a:rPr>
              <a:t>Kết quả</a:t>
            </a:r>
            <a:r>
              <a:rPr lang="en-US" sz="1400">
                <a:latin typeface="Alexandria Light" pitchFamily="2" charset="-78"/>
                <a:cs typeface="Alexandria Light" pitchFamily="2" charset="-78"/>
              </a:rPr>
              <a:t>: Tọa độ 4 góc của BoundBox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ABFE9D-9A7B-6B91-97D0-D284A21DBF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9614" y="1348227"/>
            <a:ext cx="2107840" cy="3140261"/>
          </a:xfrm>
          <a:prstGeom prst="rect">
            <a:avLst/>
          </a:prstGeom>
        </p:spPr>
      </p:pic>
      <p:sp>
        <p:nvSpPr>
          <p:cNvPr id="8" name="Google Shape;756;p28">
            <a:extLst>
              <a:ext uri="{FF2B5EF4-FFF2-40B4-BE49-F238E27FC236}">
                <a16:creationId xmlns:a16="http://schemas.microsoft.com/office/drawing/2014/main" id="{EDD80209-60E0-F114-1D0F-B51AC191C7EE}"/>
              </a:ext>
            </a:extLst>
          </p:cNvPr>
          <p:cNvSpPr txBox="1">
            <a:spLocks/>
          </p:cNvSpPr>
          <p:nvPr/>
        </p:nvSpPr>
        <p:spPr>
          <a:xfrm>
            <a:off x="4219730" y="2769655"/>
            <a:ext cx="3971921" cy="6382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/>
            <a:r>
              <a:rPr lang="vi-VN" sz="1400" b="1">
                <a:solidFill>
                  <a:srgbClr val="C00000"/>
                </a:solidFill>
                <a:latin typeface="Alexandria Light" pitchFamily="2" charset="-78"/>
                <a:cs typeface="Alexandria Light" pitchFamily="2" charset="-78"/>
              </a:rPr>
              <a:t>Bước </a:t>
            </a:r>
            <a:r>
              <a:rPr lang="en-US" sz="1400" b="1">
                <a:solidFill>
                  <a:srgbClr val="C00000"/>
                </a:solidFill>
                <a:latin typeface="Alexandria Light" pitchFamily="2" charset="-78"/>
                <a:cs typeface="Alexandria Light" pitchFamily="2" charset="-78"/>
              </a:rPr>
              <a:t>2</a:t>
            </a:r>
            <a:r>
              <a:rPr lang="vi-VN" sz="1400">
                <a:latin typeface="Alexandria Light" pitchFamily="2" charset="-78"/>
                <a:cs typeface="Alexandria Light" pitchFamily="2" charset="-78"/>
              </a:rPr>
              <a:t>:</a:t>
            </a:r>
            <a:r>
              <a:rPr lang="en-US" sz="1400">
                <a:latin typeface="Alexandria Light" pitchFamily="2" charset="-78"/>
                <a:cs typeface="Alexandria Light" pitchFamily="2" charset="-78"/>
              </a:rPr>
              <a:t> Lấy các tọa độ theo minX, maxX, minY, maxY  =&gt; </a:t>
            </a:r>
            <a:r>
              <a:rPr lang="en-US" sz="1400">
                <a:latin typeface="Alexandria Black" pitchFamily="2" charset="-78"/>
                <a:cs typeface="Alexandria Black" pitchFamily="2" charset="-78"/>
              </a:rPr>
              <a:t>BoundingBox</a:t>
            </a:r>
            <a:endParaRPr lang="vi-VN" sz="1400">
              <a:latin typeface="Alexandria Black" pitchFamily="2" charset="-78"/>
              <a:cs typeface="Alexandria Black" pitchFamily="2" charset="-78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AB2290D-9DBC-44EC-5D7C-6D5DC727CB9D}"/>
              </a:ext>
            </a:extLst>
          </p:cNvPr>
          <p:cNvCxnSpPr>
            <a:cxnSpLocks/>
          </p:cNvCxnSpPr>
          <p:nvPr/>
        </p:nvCxnSpPr>
        <p:spPr>
          <a:xfrm flipH="1">
            <a:off x="3312827" y="1492998"/>
            <a:ext cx="607101" cy="433238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oogle Shape;756;p28">
            <a:extLst>
              <a:ext uri="{FF2B5EF4-FFF2-40B4-BE49-F238E27FC236}">
                <a16:creationId xmlns:a16="http://schemas.microsoft.com/office/drawing/2014/main" id="{E93B273B-0C21-DFE2-F411-5E15E01D8A59}"/>
              </a:ext>
            </a:extLst>
          </p:cNvPr>
          <p:cNvSpPr txBox="1">
            <a:spLocks/>
          </p:cNvSpPr>
          <p:nvPr/>
        </p:nvSpPr>
        <p:spPr>
          <a:xfrm>
            <a:off x="3929222" y="1184646"/>
            <a:ext cx="1084988" cy="33712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/>
            <a:r>
              <a:rPr lang="en-US" sz="1050">
                <a:latin typeface="Alexandria Light" pitchFamily="2" charset="-78"/>
                <a:cs typeface="Alexandria Light" pitchFamily="2" charset="-78"/>
              </a:rPr>
              <a:t>(maxX, minY)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B68BE53-F1B5-0936-9540-11A38ABB2C40}"/>
              </a:ext>
            </a:extLst>
          </p:cNvPr>
          <p:cNvCxnSpPr>
            <a:cxnSpLocks/>
            <a:stCxn id="14" idx="1"/>
          </p:cNvCxnSpPr>
          <p:nvPr/>
        </p:nvCxnSpPr>
        <p:spPr>
          <a:xfrm flipH="1" flipV="1">
            <a:off x="3312827" y="4069830"/>
            <a:ext cx="746658" cy="37499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Google Shape;756;p28">
            <a:extLst>
              <a:ext uri="{FF2B5EF4-FFF2-40B4-BE49-F238E27FC236}">
                <a16:creationId xmlns:a16="http://schemas.microsoft.com/office/drawing/2014/main" id="{6AADD1D3-69FB-AECE-12BD-7041BEA1E71A}"/>
              </a:ext>
            </a:extLst>
          </p:cNvPr>
          <p:cNvSpPr txBox="1">
            <a:spLocks/>
          </p:cNvSpPr>
          <p:nvPr/>
        </p:nvSpPr>
        <p:spPr>
          <a:xfrm>
            <a:off x="4059485" y="4276260"/>
            <a:ext cx="1084987" cy="33712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/>
            <a:r>
              <a:rPr lang="en-US" sz="1050">
                <a:latin typeface="Alexandria Light" pitchFamily="2" charset="-78"/>
                <a:cs typeface="Alexandria Light" pitchFamily="2" charset="-78"/>
              </a:rPr>
              <a:t>(maxX,maxY)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A810F20-CD32-7A6F-A638-ECC4409E6798}"/>
              </a:ext>
            </a:extLst>
          </p:cNvPr>
          <p:cNvCxnSpPr>
            <a:cxnSpLocks/>
          </p:cNvCxnSpPr>
          <p:nvPr/>
        </p:nvCxnSpPr>
        <p:spPr>
          <a:xfrm>
            <a:off x="1226208" y="1690336"/>
            <a:ext cx="632572" cy="23590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Google Shape;756;p28">
            <a:extLst>
              <a:ext uri="{FF2B5EF4-FFF2-40B4-BE49-F238E27FC236}">
                <a16:creationId xmlns:a16="http://schemas.microsoft.com/office/drawing/2014/main" id="{315E91B8-425D-384D-56D5-D71D845BDE50}"/>
              </a:ext>
            </a:extLst>
          </p:cNvPr>
          <p:cNvSpPr txBox="1">
            <a:spLocks/>
          </p:cNvSpPr>
          <p:nvPr/>
        </p:nvSpPr>
        <p:spPr>
          <a:xfrm>
            <a:off x="141220" y="1353209"/>
            <a:ext cx="1084988" cy="33712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/>
            <a:r>
              <a:rPr lang="en-US" sz="1050">
                <a:latin typeface="Alexandria Light" pitchFamily="2" charset="-78"/>
                <a:cs typeface="Alexandria Light" pitchFamily="2" charset="-78"/>
              </a:rPr>
              <a:t>(minX, minY)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A9C13B8-57B6-FAD2-A189-312772181AAF}"/>
              </a:ext>
            </a:extLst>
          </p:cNvPr>
          <p:cNvCxnSpPr>
            <a:cxnSpLocks/>
          </p:cNvCxnSpPr>
          <p:nvPr/>
        </p:nvCxnSpPr>
        <p:spPr>
          <a:xfrm flipV="1">
            <a:off x="1431561" y="4144780"/>
            <a:ext cx="359764" cy="30004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oogle Shape;756;p28">
            <a:extLst>
              <a:ext uri="{FF2B5EF4-FFF2-40B4-BE49-F238E27FC236}">
                <a16:creationId xmlns:a16="http://schemas.microsoft.com/office/drawing/2014/main" id="{78331DD0-C84A-1979-BB91-D21EEC8BF716}"/>
              </a:ext>
            </a:extLst>
          </p:cNvPr>
          <p:cNvSpPr txBox="1">
            <a:spLocks/>
          </p:cNvSpPr>
          <p:nvPr/>
        </p:nvSpPr>
        <p:spPr>
          <a:xfrm>
            <a:off x="271483" y="4444823"/>
            <a:ext cx="1084987" cy="33712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/>
            <a:r>
              <a:rPr lang="en-US" sz="1050">
                <a:latin typeface="Alexandria Light" pitchFamily="2" charset="-78"/>
                <a:cs typeface="Alexandria Light" pitchFamily="2" charset="-78"/>
              </a:rPr>
              <a:t>(minX, maxY)</a:t>
            </a:r>
          </a:p>
        </p:txBody>
      </p:sp>
      <p:sp>
        <p:nvSpPr>
          <p:cNvPr id="22" name="Google Shape;1134;p35">
            <a:extLst>
              <a:ext uri="{FF2B5EF4-FFF2-40B4-BE49-F238E27FC236}">
                <a16:creationId xmlns:a16="http://schemas.microsoft.com/office/drawing/2014/main" id="{58FB0DCC-0235-04E8-7B48-0F2FDA0C4CE2}"/>
              </a:ext>
            </a:extLst>
          </p:cNvPr>
          <p:cNvSpPr txBox="1">
            <a:spLocks/>
          </p:cNvSpPr>
          <p:nvPr/>
        </p:nvSpPr>
        <p:spPr>
          <a:xfrm>
            <a:off x="2452374" y="202827"/>
            <a:ext cx="4239245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>
            <a:pPr algn="ctr"/>
            <a:r>
              <a:rPr lang="en-US" sz="2400">
                <a:solidFill>
                  <a:srgbClr val="00B0F0"/>
                </a:solidFill>
                <a:latin typeface="Alexandria Black" pitchFamily="2" charset="-78"/>
                <a:cs typeface="Alexandria Black" pitchFamily="2" charset="-78"/>
              </a:rPr>
              <a:t>XỬ LÝ CHUNG</a:t>
            </a:r>
            <a:endParaRPr lang="vi-VN" sz="2400">
              <a:solidFill>
                <a:srgbClr val="00B0F0"/>
              </a:solidFill>
              <a:latin typeface="Alexandria Black" pitchFamily="2" charset="-78"/>
              <a:cs typeface="Alexandria Black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4018877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3">
          <a:extLst>
            <a:ext uri="{FF2B5EF4-FFF2-40B4-BE49-F238E27FC236}">
              <a16:creationId xmlns:a16="http://schemas.microsoft.com/office/drawing/2014/main" id="{376F7331-AEC6-F0A6-7B0D-C9B485F07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p35">
            <a:extLst>
              <a:ext uri="{FF2B5EF4-FFF2-40B4-BE49-F238E27FC236}">
                <a16:creationId xmlns:a16="http://schemas.microsoft.com/office/drawing/2014/main" id="{DFEA8042-2AE4-1C16-3211-83FF5D2D36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0079" y="775527"/>
            <a:ext cx="688750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lexandria Black" pitchFamily="2" charset="-78"/>
                <a:cs typeface="Alexandria Black" pitchFamily="2" charset="-78"/>
              </a:rPr>
              <a:t>Bước 5: </a:t>
            </a:r>
            <a:r>
              <a:rPr lang="vi-VN" sz="1800">
                <a:latin typeface="Alexandria Black" pitchFamily="2" charset="-78"/>
                <a:cs typeface="Alexandria Black" pitchFamily="2" charset="-78"/>
              </a:rPr>
              <a:t>Tách các đối tượng ra khỏi ảnh gốc</a:t>
            </a:r>
            <a:endParaRPr sz="1800">
              <a:latin typeface="Alexandria Black" pitchFamily="2" charset="-78"/>
              <a:cs typeface="Alexandria Black" pitchFamily="2" charset="-78"/>
            </a:endParaRPr>
          </a:p>
        </p:txBody>
      </p:sp>
      <p:sp>
        <p:nvSpPr>
          <p:cNvPr id="2" name="Google Shape;1134;p35">
            <a:extLst>
              <a:ext uri="{FF2B5EF4-FFF2-40B4-BE49-F238E27FC236}">
                <a16:creationId xmlns:a16="http://schemas.microsoft.com/office/drawing/2014/main" id="{143CDDB5-EE5D-AD72-B27B-70E8AA786CA8}"/>
              </a:ext>
            </a:extLst>
          </p:cNvPr>
          <p:cNvSpPr txBox="1">
            <a:spLocks/>
          </p:cNvSpPr>
          <p:nvPr/>
        </p:nvSpPr>
        <p:spPr>
          <a:xfrm>
            <a:off x="2452374" y="202827"/>
            <a:ext cx="4239245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>
            <a:pPr algn="ctr"/>
            <a:r>
              <a:rPr lang="en-US" sz="2400">
                <a:solidFill>
                  <a:srgbClr val="00B0F0"/>
                </a:solidFill>
                <a:latin typeface="Alexandria Black" pitchFamily="2" charset="-78"/>
                <a:cs typeface="Alexandria Black" pitchFamily="2" charset="-78"/>
              </a:rPr>
              <a:t>XỬ LÝ CHUNG</a:t>
            </a:r>
            <a:endParaRPr lang="vi-VN" sz="2400">
              <a:solidFill>
                <a:srgbClr val="00B0F0"/>
              </a:solidFill>
              <a:latin typeface="Alexandria Black" pitchFamily="2" charset="-78"/>
              <a:cs typeface="Alexandria Black" pitchFamily="2" charset="-78"/>
            </a:endParaRPr>
          </a:p>
        </p:txBody>
      </p:sp>
      <p:sp>
        <p:nvSpPr>
          <p:cNvPr id="8" name="Google Shape;756;p28">
            <a:extLst>
              <a:ext uri="{FF2B5EF4-FFF2-40B4-BE49-F238E27FC236}">
                <a16:creationId xmlns:a16="http://schemas.microsoft.com/office/drawing/2014/main" id="{2E0B168D-72C8-E311-D832-2E28BCEFE409}"/>
              </a:ext>
            </a:extLst>
          </p:cNvPr>
          <p:cNvSpPr txBox="1">
            <a:spLocks/>
          </p:cNvSpPr>
          <p:nvPr/>
        </p:nvSpPr>
        <p:spPr>
          <a:xfrm>
            <a:off x="674558" y="1730417"/>
            <a:ext cx="3971921" cy="638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/>
            <a:r>
              <a:rPr lang="en-US" sz="1400">
                <a:latin typeface="Alexandria Black" pitchFamily="2" charset="-78"/>
                <a:cs typeface="Alexandria Black" pitchFamily="2" charset="-78"/>
              </a:rPr>
              <a:t>1 </a:t>
            </a:r>
            <a:r>
              <a:rPr lang="en-US" sz="1400">
                <a:latin typeface="Alexandria" pitchFamily="2" charset="-78"/>
                <a:cs typeface="Alexandria" pitchFamily="2" charset="-78"/>
              </a:rPr>
              <a:t>Cần xác định thứ tự các chữ số dựa trên tọa độ góc trên bên trái </a:t>
            </a:r>
            <a:r>
              <a:rPr lang="en-US" sz="1400">
                <a:latin typeface="Alexandria Light" pitchFamily="2" charset="-78"/>
                <a:cs typeface="Alexandria Light" pitchFamily="2" charset="-78"/>
              </a:rPr>
              <a:t>(minX, minY)</a:t>
            </a:r>
          </a:p>
          <a:p>
            <a:pPr marL="0" indent="0"/>
            <a:endParaRPr lang="vi-VN" sz="1400">
              <a:latin typeface="Alexandria Black" pitchFamily="2" charset="-78"/>
              <a:cs typeface="Alexandria Black" pitchFamily="2" charset="-78"/>
            </a:endParaRPr>
          </a:p>
        </p:txBody>
      </p:sp>
      <p:pic>
        <p:nvPicPr>
          <p:cNvPr id="1120" name="Picture 1119">
            <a:extLst>
              <a:ext uri="{FF2B5EF4-FFF2-40B4-BE49-F238E27FC236}">
                <a16:creationId xmlns:a16="http://schemas.microsoft.com/office/drawing/2014/main" id="{0BDC1F62-2BFC-9CCF-6A3C-B40017FC06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1160" y="1954062"/>
            <a:ext cx="2533010" cy="1235375"/>
          </a:xfrm>
          <a:prstGeom prst="rect">
            <a:avLst/>
          </a:prstGeom>
        </p:spPr>
      </p:pic>
      <p:pic>
        <p:nvPicPr>
          <p:cNvPr id="1121" name="Picture 1120">
            <a:extLst>
              <a:ext uri="{FF2B5EF4-FFF2-40B4-BE49-F238E27FC236}">
                <a16:creationId xmlns:a16="http://schemas.microsoft.com/office/drawing/2014/main" id="{01AC386B-F148-668A-4B26-54840CF1A2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1158" y="521768"/>
            <a:ext cx="2533012" cy="1235376"/>
          </a:xfrm>
          <a:prstGeom prst="rect">
            <a:avLst/>
          </a:prstGeom>
        </p:spPr>
      </p:pic>
      <p:sp>
        <p:nvSpPr>
          <p:cNvPr id="1122" name="Google Shape;756;p28">
            <a:extLst>
              <a:ext uri="{FF2B5EF4-FFF2-40B4-BE49-F238E27FC236}">
                <a16:creationId xmlns:a16="http://schemas.microsoft.com/office/drawing/2014/main" id="{0812EC19-D6FE-2B58-F077-CEB2E954D538}"/>
              </a:ext>
            </a:extLst>
          </p:cNvPr>
          <p:cNvSpPr txBox="1">
            <a:spLocks/>
          </p:cNvSpPr>
          <p:nvPr/>
        </p:nvSpPr>
        <p:spPr>
          <a:xfrm>
            <a:off x="674558" y="1265838"/>
            <a:ext cx="3971921" cy="464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/>
            <a:r>
              <a:rPr lang="en-US" sz="1400" b="1">
                <a:solidFill>
                  <a:schemeClr val="tx2"/>
                </a:solidFill>
                <a:latin typeface="Alexandria Light" pitchFamily="2" charset="-78"/>
                <a:cs typeface="Alexandria Light" pitchFamily="2" charset="-78"/>
              </a:rPr>
              <a:t>Có 2 lưu ý:</a:t>
            </a:r>
          </a:p>
        </p:txBody>
      </p:sp>
      <p:sp>
        <p:nvSpPr>
          <p:cNvPr id="1126" name="Google Shape;756;p28">
            <a:extLst>
              <a:ext uri="{FF2B5EF4-FFF2-40B4-BE49-F238E27FC236}">
                <a16:creationId xmlns:a16="http://schemas.microsoft.com/office/drawing/2014/main" id="{69B025FA-56AD-4A69-D1AF-8DD9326EEE40}"/>
              </a:ext>
            </a:extLst>
          </p:cNvPr>
          <p:cNvSpPr txBox="1">
            <a:spLocks/>
          </p:cNvSpPr>
          <p:nvPr/>
        </p:nvSpPr>
        <p:spPr>
          <a:xfrm>
            <a:off x="648089" y="2368628"/>
            <a:ext cx="4024858" cy="693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/>
            <a:r>
              <a:rPr lang="en-US" sz="1400">
                <a:latin typeface="Alexandria Black" pitchFamily="2" charset="-78"/>
                <a:cs typeface="Alexandria Black" pitchFamily="2" charset="-78"/>
              </a:rPr>
              <a:t>2 </a:t>
            </a:r>
            <a:r>
              <a:rPr lang="en-US" sz="1400">
                <a:latin typeface="Alexandria" pitchFamily="2" charset="-78"/>
                <a:cs typeface="Alexandria" pitchFamily="2" charset="-78"/>
              </a:rPr>
              <a:t>Loại bỏ các hình có kích thước nhỏ đáng kể hơn kích thước trung bình</a:t>
            </a:r>
            <a:endParaRPr lang="en-US" sz="1400">
              <a:latin typeface="Alexandria Light" pitchFamily="2" charset="-78"/>
              <a:cs typeface="Alexandria Light" pitchFamily="2" charset="-78"/>
            </a:endParaRPr>
          </a:p>
          <a:p>
            <a:pPr marL="0" indent="0"/>
            <a:endParaRPr lang="vi-VN" sz="1400">
              <a:latin typeface="Alexandria Black" pitchFamily="2" charset="-78"/>
              <a:cs typeface="Alexandria Black" pitchFamily="2" charset="-78"/>
            </a:endParaRPr>
          </a:p>
        </p:txBody>
      </p:sp>
      <p:pic>
        <p:nvPicPr>
          <p:cNvPr id="1128" name="Picture 1127">
            <a:extLst>
              <a:ext uri="{FF2B5EF4-FFF2-40B4-BE49-F238E27FC236}">
                <a16:creationId xmlns:a16="http://schemas.microsoft.com/office/drawing/2014/main" id="{EB16DF6C-6435-8CDB-D1A7-B5EC97DFFBB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465239" y="3624813"/>
            <a:ext cx="452759" cy="734417"/>
          </a:xfrm>
          <a:prstGeom prst="rect">
            <a:avLst/>
          </a:prstGeom>
        </p:spPr>
      </p:pic>
      <p:pic>
        <p:nvPicPr>
          <p:cNvPr id="1130" name="Picture 1129">
            <a:extLst>
              <a:ext uri="{FF2B5EF4-FFF2-40B4-BE49-F238E27FC236}">
                <a16:creationId xmlns:a16="http://schemas.microsoft.com/office/drawing/2014/main" id="{D1F87A03-E360-E7B9-E123-5EA6AAC910F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296746" y="3849978"/>
            <a:ext cx="381680" cy="517995"/>
          </a:xfrm>
          <a:prstGeom prst="rect">
            <a:avLst/>
          </a:prstGeom>
        </p:spPr>
      </p:pic>
      <p:pic>
        <p:nvPicPr>
          <p:cNvPr id="1132" name="Picture 1131">
            <a:extLst>
              <a:ext uri="{FF2B5EF4-FFF2-40B4-BE49-F238E27FC236}">
                <a16:creationId xmlns:a16="http://schemas.microsoft.com/office/drawing/2014/main" id="{AD1A3127-B48C-0F4A-FAD8-096AABC9BBD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001589" y="3501785"/>
            <a:ext cx="467853" cy="863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1082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3">
          <a:extLst>
            <a:ext uri="{FF2B5EF4-FFF2-40B4-BE49-F238E27FC236}">
              <a16:creationId xmlns:a16="http://schemas.microsoft.com/office/drawing/2014/main" id="{1991158B-470A-FACB-EDB8-D1AC171D0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Rectangle 1132">
            <a:extLst>
              <a:ext uri="{FF2B5EF4-FFF2-40B4-BE49-F238E27FC236}">
                <a16:creationId xmlns:a16="http://schemas.microsoft.com/office/drawing/2014/main" id="{FA5BCFC4-F536-17A7-2DC0-965C4B01851A}"/>
              </a:ext>
            </a:extLst>
          </p:cNvPr>
          <p:cNvSpPr/>
          <p:nvPr/>
        </p:nvSpPr>
        <p:spPr>
          <a:xfrm>
            <a:off x="2879609" y="3465696"/>
            <a:ext cx="765562" cy="7519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2" name="Rectangle 1131">
            <a:extLst>
              <a:ext uri="{FF2B5EF4-FFF2-40B4-BE49-F238E27FC236}">
                <a16:creationId xmlns:a16="http://schemas.microsoft.com/office/drawing/2014/main" id="{79413A8A-A22C-2888-9EA8-60AE113AF6D9}"/>
              </a:ext>
            </a:extLst>
          </p:cNvPr>
          <p:cNvSpPr/>
          <p:nvPr/>
        </p:nvSpPr>
        <p:spPr>
          <a:xfrm>
            <a:off x="2879609" y="2571750"/>
            <a:ext cx="765562" cy="7519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4" name="Google Shape;1134;p35">
            <a:extLst>
              <a:ext uri="{FF2B5EF4-FFF2-40B4-BE49-F238E27FC236}">
                <a16:creationId xmlns:a16="http://schemas.microsoft.com/office/drawing/2014/main" id="{8BDFA6AB-5749-EDEE-25F8-D987C95221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0079" y="775527"/>
            <a:ext cx="688750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lexandria Black" pitchFamily="2" charset="-78"/>
                <a:cs typeface="Alexandria Black" pitchFamily="2" charset="-78"/>
              </a:rPr>
              <a:t>Bước 6: </a:t>
            </a:r>
            <a:r>
              <a:rPr lang="en-US" sz="1800">
                <a:latin typeface="Alexandria Black" pitchFamily="2" charset="-78"/>
                <a:cs typeface="Alexandria Black" pitchFamily="2" charset="-78"/>
              </a:rPr>
              <a:t>Chuẩn hóa kích thước ảnh</a:t>
            </a:r>
            <a:endParaRPr sz="1800">
              <a:latin typeface="Alexandria Black" pitchFamily="2" charset="-78"/>
              <a:cs typeface="Alexandria Black" pitchFamily="2" charset="-78"/>
            </a:endParaRPr>
          </a:p>
        </p:txBody>
      </p:sp>
      <p:sp>
        <p:nvSpPr>
          <p:cNvPr id="2" name="Google Shape;1134;p35">
            <a:extLst>
              <a:ext uri="{FF2B5EF4-FFF2-40B4-BE49-F238E27FC236}">
                <a16:creationId xmlns:a16="http://schemas.microsoft.com/office/drawing/2014/main" id="{ECE6CE15-FBBF-77DF-80AE-33309F65DA28}"/>
              </a:ext>
            </a:extLst>
          </p:cNvPr>
          <p:cNvSpPr txBox="1">
            <a:spLocks/>
          </p:cNvSpPr>
          <p:nvPr/>
        </p:nvSpPr>
        <p:spPr>
          <a:xfrm>
            <a:off x="2452374" y="202827"/>
            <a:ext cx="4239245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>
            <a:pPr algn="ctr"/>
            <a:r>
              <a:rPr lang="en-US" sz="2400">
                <a:solidFill>
                  <a:srgbClr val="00B0F0"/>
                </a:solidFill>
                <a:latin typeface="Alexandria Black" pitchFamily="2" charset="-78"/>
                <a:cs typeface="Alexandria Black" pitchFamily="2" charset="-78"/>
              </a:rPr>
              <a:t>XỬ LÝ RIÊNG TỪNG ẢNH</a:t>
            </a:r>
            <a:endParaRPr lang="vi-VN" sz="2400">
              <a:solidFill>
                <a:srgbClr val="00B0F0"/>
              </a:solidFill>
              <a:latin typeface="Alexandria Black" pitchFamily="2" charset="-78"/>
              <a:cs typeface="Alexandria Black" pitchFamily="2" charset="-78"/>
            </a:endParaRPr>
          </a:p>
        </p:txBody>
      </p:sp>
      <p:sp>
        <p:nvSpPr>
          <p:cNvPr id="4" name="Google Shape;756;p28">
            <a:extLst>
              <a:ext uri="{FF2B5EF4-FFF2-40B4-BE49-F238E27FC236}">
                <a16:creationId xmlns:a16="http://schemas.microsoft.com/office/drawing/2014/main" id="{35CB566E-E12F-B030-930D-DDA69AA0AD52}"/>
              </a:ext>
            </a:extLst>
          </p:cNvPr>
          <p:cNvSpPr txBox="1">
            <a:spLocks/>
          </p:cNvSpPr>
          <p:nvPr/>
        </p:nvSpPr>
        <p:spPr>
          <a:xfrm>
            <a:off x="1552881" y="2366366"/>
            <a:ext cx="1000543" cy="891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 algn="ctr"/>
            <a:r>
              <a:rPr lang="en-US" sz="1400" b="1">
                <a:solidFill>
                  <a:schemeClr val="tx2"/>
                </a:solidFill>
                <a:latin typeface="Alexandria Light" pitchFamily="2" charset="-78"/>
                <a:cs typeface="Alexandria Light" pitchFamily="2" charset="-78"/>
              </a:rPr>
              <a:t>Resize</a:t>
            </a:r>
          </a:p>
          <a:p>
            <a:pPr marL="0" indent="0" algn="ctr"/>
            <a:r>
              <a:rPr lang="en-US" sz="1400" b="1">
                <a:solidFill>
                  <a:schemeClr val="tx2"/>
                </a:solidFill>
                <a:latin typeface="Alexandria Light" pitchFamily="2" charset="-78"/>
                <a:cs typeface="Alexandria Light" pitchFamily="2" charset="-78"/>
              </a:rPr>
              <a:t>+</a:t>
            </a:r>
          </a:p>
          <a:p>
            <a:pPr marL="0" indent="0" algn="ctr"/>
            <a:r>
              <a:rPr lang="en-US" sz="1400" b="1">
                <a:solidFill>
                  <a:schemeClr val="tx2"/>
                </a:solidFill>
                <a:latin typeface="Alexandria Light" pitchFamily="2" charset="-78"/>
                <a:cs typeface="Alexandria Light" pitchFamily="2" charset="-78"/>
              </a:rPr>
              <a:t>Padding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FBF5CCC-474E-0BD6-2F3A-6A5679807671}"/>
              </a:ext>
            </a:extLst>
          </p:cNvPr>
          <p:cNvSpPr/>
          <p:nvPr/>
        </p:nvSpPr>
        <p:spPr>
          <a:xfrm>
            <a:off x="2879609" y="1652539"/>
            <a:ext cx="765562" cy="7519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27" name="Picture 1126">
            <a:extLst>
              <a:ext uri="{FF2B5EF4-FFF2-40B4-BE49-F238E27FC236}">
                <a16:creationId xmlns:a16="http://schemas.microsoft.com/office/drawing/2014/main" id="{4E10CA4B-708B-8926-EEAF-4083B54E5F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62596" y="1713770"/>
            <a:ext cx="452759" cy="734417"/>
          </a:xfrm>
          <a:prstGeom prst="rect">
            <a:avLst/>
          </a:prstGeom>
        </p:spPr>
      </p:pic>
      <p:pic>
        <p:nvPicPr>
          <p:cNvPr id="1128" name="Picture 1127">
            <a:extLst>
              <a:ext uri="{FF2B5EF4-FFF2-40B4-BE49-F238E27FC236}">
                <a16:creationId xmlns:a16="http://schemas.microsoft.com/office/drawing/2014/main" id="{09EA8F6F-1E9D-F9B7-1257-CAA16AEE5AC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98135" y="2692192"/>
            <a:ext cx="381680" cy="517995"/>
          </a:xfrm>
          <a:prstGeom prst="rect">
            <a:avLst/>
          </a:prstGeom>
        </p:spPr>
      </p:pic>
      <p:pic>
        <p:nvPicPr>
          <p:cNvPr id="1129" name="Picture 1128">
            <a:extLst>
              <a:ext uri="{FF2B5EF4-FFF2-40B4-BE49-F238E27FC236}">
                <a16:creationId xmlns:a16="http://schemas.microsoft.com/office/drawing/2014/main" id="{148DDE08-F946-1FD9-9A36-797DD76C828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34409" y="3409895"/>
            <a:ext cx="467853" cy="863506"/>
          </a:xfrm>
          <a:prstGeom prst="rect">
            <a:avLst/>
          </a:prstGeom>
        </p:spPr>
      </p:pic>
      <p:pic>
        <p:nvPicPr>
          <p:cNvPr id="1130" name="Picture 1129">
            <a:extLst>
              <a:ext uri="{FF2B5EF4-FFF2-40B4-BE49-F238E27FC236}">
                <a16:creationId xmlns:a16="http://schemas.microsoft.com/office/drawing/2014/main" id="{5FB6F0E6-9103-9B20-88A1-93BD89B94D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879609" y="1652036"/>
            <a:ext cx="473266" cy="752407"/>
          </a:xfrm>
          <a:prstGeom prst="rect">
            <a:avLst/>
          </a:prstGeom>
        </p:spPr>
      </p:pic>
      <p:pic>
        <p:nvPicPr>
          <p:cNvPr id="1131" name="Picture 1130">
            <a:extLst>
              <a:ext uri="{FF2B5EF4-FFF2-40B4-BE49-F238E27FC236}">
                <a16:creationId xmlns:a16="http://schemas.microsoft.com/office/drawing/2014/main" id="{3E219C9B-EBD9-BB6D-E8E8-7416BE53C48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879610" y="2570602"/>
            <a:ext cx="551428" cy="748367"/>
          </a:xfrm>
          <a:prstGeom prst="rect">
            <a:avLst/>
          </a:prstGeom>
        </p:spPr>
      </p:pic>
      <p:pic>
        <p:nvPicPr>
          <p:cNvPr id="1135" name="Picture 1134">
            <a:extLst>
              <a:ext uri="{FF2B5EF4-FFF2-40B4-BE49-F238E27FC236}">
                <a16:creationId xmlns:a16="http://schemas.microsoft.com/office/drawing/2014/main" id="{3B23C8EB-01F8-F5B9-609D-1C8C823E7F3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878979" y="3464223"/>
            <a:ext cx="409003" cy="754888"/>
          </a:xfrm>
          <a:prstGeom prst="rect">
            <a:avLst/>
          </a:prstGeom>
        </p:spPr>
      </p:pic>
      <p:sp>
        <p:nvSpPr>
          <p:cNvPr id="3" name="Google Shape;756;p28">
            <a:extLst>
              <a:ext uri="{FF2B5EF4-FFF2-40B4-BE49-F238E27FC236}">
                <a16:creationId xmlns:a16="http://schemas.microsoft.com/office/drawing/2014/main" id="{438113E0-AB55-C9E5-8239-06915A992F0D}"/>
              </a:ext>
            </a:extLst>
          </p:cNvPr>
          <p:cNvSpPr txBox="1">
            <a:spLocks/>
          </p:cNvSpPr>
          <p:nvPr/>
        </p:nvSpPr>
        <p:spPr>
          <a:xfrm>
            <a:off x="4572000" y="1809977"/>
            <a:ext cx="3971921" cy="412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/>
            <a:r>
              <a:rPr lang="en-US" sz="1400">
                <a:latin typeface="Alexandria Black" pitchFamily="2" charset="-78"/>
                <a:cs typeface="Alexandria Black" pitchFamily="2" charset="-78"/>
              </a:rPr>
              <a:t>- Resize: </a:t>
            </a:r>
            <a:endParaRPr lang="vi-VN" sz="1400">
              <a:latin typeface="Alexandria Black" pitchFamily="2" charset="-78"/>
              <a:cs typeface="Alexandria Black" pitchFamily="2" charset="-78"/>
            </a:endParaRPr>
          </a:p>
        </p:txBody>
      </p:sp>
      <p:sp>
        <p:nvSpPr>
          <p:cNvPr id="5" name="Google Shape;756;p28">
            <a:extLst>
              <a:ext uri="{FF2B5EF4-FFF2-40B4-BE49-F238E27FC236}">
                <a16:creationId xmlns:a16="http://schemas.microsoft.com/office/drawing/2014/main" id="{FFFC2BA1-C232-F450-890B-70D434F822CA}"/>
              </a:ext>
            </a:extLst>
          </p:cNvPr>
          <p:cNvSpPr txBox="1">
            <a:spLocks/>
          </p:cNvSpPr>
          <p:nvPr/>
        </p:nvSpPr>
        <p:spPr>
          <a:xfrm>
            <a:off x="4817129" y="2126745"/>
            <a:ext cx="3971921" cy="412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/>
            <a:r>
              <a:rPr lang="en-US" sz="1400">
                <a:latin typeface="Alexandria Light" pitchFamily="2" charset="-78"/>
                <a:cs typeface="Alexandria Light" pitchFamily="2" charset="-78"/>
              </a:rPr>
              <a:t>+ p’[i] = p[scale x i]</a:t>
            </a:r>
            <a:endParaRPr lang="vi-VN" sz="1400">
              <a:latin typeface="Alexandria Light" pitchFamily="2" charset="-78"/>
              <a:cs typeface="Alexandria Light" pitchFamily="2" charset="-78"/>
            </a:endParaRPr>
          </a:p>
        </p:txBody>
      </p:sp>
      <p:sp>
        <p:nvSpPr>
          <p:cNvPr id="7" name="Google Shape;756;p28">
            <a:extLst>
              <a:ext uri="{FF2B5EF4-FFF2-40B4-BE49-F238E27FC236}">
                <a16:creationId xmlns:a16="http://schemas.microsoft.com/office/drawing/2014/main" id="{3B8602CA-B641-FFFA-4CBE-45CDAE5FB798}"/>
              </a:ext>
            </a:extLst>
          </p:cNvPr>
          <p:cNvSpPr txBox="1">
            <a:spLocks/>
          </p:cNvSpPr>
          <p:nvPr/>
        </p:nvSpPr>
        <p:spPr>
          <a:xfrm>
            <a:off x="4817128" y="2492410"/>
            <a:ext cx="3971921" cy="412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/>
            <a:r>
              <a:rPr lang="en-US" sz="1400">
                <a:latin typeface="Alexandria Light" pitchFamily="2" charset="-78"/>
                <a:cs typeface="Alexandria Light" pitchFamily="2" charset="-78"/>
              </a:rPr>
              <a:t>+ p’[j] = p[scale x j]</a:t>
            </a:r>
            <a:endParaRPr lang="vi-VN" sz="1400">
              <a:latin typeface="Alexandria Light" pitchFamily="2" charset="-78"/>
              <a:cs typeface="Alexandria Light" pitchFamily="2" charset="-78"/>
            </a:endParaRPr>
          </a:p>
        </p:txBody>
      </p:sp>
      <p:sp>
        <p:nvSpPr>
          <p:cNvPr id="8" name="Google Shape;756;p28">
            <a:extLst>
              <a:ext uri="{FF2B5EF4-FFF2-40B4-BE49-F238E27FC236}">
                <a16:creationId xmlns:a16="http://schemas.microsoft.com/office/drawing/2014/main" id="{8A966DFF-33AC-4558-8764-7C202D582458}"/>
              </a:ext>
            </a:extLst>
          </p:cNvPr>
          <p:cNvSpPr txBox="1">
            <a:spLocks/>
          </p:cNvSpPr>
          <p:nvPr/>
        </p:nvSpPr>
        <p:spPr>
          <a:xfrm>
            <a:off x="4817127" y="2923621"/>
            <a:ext cx="3971921" cy="412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/>
            <a:r>
              <a:rPr lang="en-US" sz="1400">
                <a:latin typeface="Alexandria Light" pitchFamily="2" charset="-78"/>
                <a:cs typeface="Alexandria Light" pitchFamily="2" charset="-78"/>
              </a:rPr>
              <a:t>+ scale = min(w’/w, h’/h)</a:t>
            </a:r>
            <a:endParaRPr lang="vi-VN" sz="1400">
              <a:latin typeface="Alexandria Light" pitchFamily="2" charset="-78"/>
              <a:cs typeface="Alexandria Light" pitchFamily="2" charset="-78"/>
            </a:endParaRPr>
          </a:p>
        </p:txBody>
      </p:sp>
      <p:sp>
        <p:nvSpPr>
          <p:cNvPr id="9" name="Google Shape;756;p28">
            <a:extLst>
              <a:ext uri="{FF2B5EF4-FFF2-40B4-BE49-F238E27FC236}">
                <a16:creationId xmlns:a16="http://schemas.microsoft.com/office/drawing/2014/main" id="{DCA9E48A-B207-B71A-2CCA-5252D9BBFF34}"/>
              </a:ext>
            </a:extLst>
          </p:cNvPr>
          <p:cNvSpPr txBox="1">
            <a:spLocks/>
          </p:cNvSpPr>
          <p:nvPr/>
        </p:nvSpPr>
        <p:spPr>
          <a:xfrm>
            <a:off x="4645572" y="3468535"/>
            <a:ext cx="3971921" cy="412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/>
            <a:r>
              <a:rPr lang="en-US" sz="1400">
                <a:latin typeface="Alexandria Black" pitchFamily="2" charset="-78"/>
                <a:cs typeface="Alexandria Black" pitchFamily="2" charset="-78"/>
              </a:rPr>
              <a:t>- Padding: </a:t>
            </a:r>
            <a:r>
              <a:rPr lang="en-US" sz="1400">
                <a:latin typeface="Alexandria Light" pitchFamily="2" charset="-78"/>
                <a:cs typeface="Alexandria Light" pitchFamily="2" charset="-78"/>
              </a:rPr>
              <a:t>Bổ sung các pixel 0|255 vào cho đến khi w = h </a:t>
            </a:r>
            <a:endParaRPr lang="vi-VN" sz="1400">
              <a:latin typeface="Alexandria Light" pitchFamily="2" charset="-78"/>
              <a:cs typeface="Alexandria Light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6055085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3">
          <a:extLst>
            <a:ext uri="{FF2B5EF4-FFF2-40B4-BE49-F238E27FC236}">
              <a16:creationId xmlns:a16="http://schemas.microsoft.com/office/drawing/2014/main" id="{0318A56E-2754-1485-6C16-ABB0E2328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p35">
            <a:extLst>
              <a:ext uri="{FF2B5EF4-FFF2-40B4-BE49-F238E27FC236}">
                <a16:creationId xmlns:a16="http://schemas.microsoft.com/office/drawing/2014/main" id="{51CF9840-D6CA-95DB-9990-E46DF0A84C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0078" y="775527"/>
            <a:ext cx="7058021" cy="4645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lexandria Black" pitchFamily="2" charset="-78"/>
                <a:cs typeface="Alexandria Black" pitchFamily="2" charset="-78"/>
              </a:rPr>
              <a:t>Bước 7: </a:t>
            </a:r>
            <a:r>
              <a:rPr lang="en-US" sz="1800">
                <a:latin typeface="Alexandria Black" pitchFamily="2" charset="-78"/>
                <a:cs typeface="Alexandria Black" pitchFamily="2" charset="-78"/>
              </a:rPr>
              <a:t>Căn giữa trọng tâm ảnh</a:t>
            </a:r>
            <a:endParaRPr sz="1800">
              <a:latin typeface="Alexandria Black" pitchFamily="2" charset="-78"/>
              <a:cs typeface="Alexandria Black" pitchFamily="2" charset="-78"/>
            </a:endParaRPr>
          </a:p>
        </p:txBody>
      </p:sp>
      <p:sp>
        <p:nvSpPr>
          <p:cNvPr id="2" name="Google Shape;1134;p35">
            <a:extLst>
              <a:ext uri="{FF2B5EF4-FFF2-40B4-BE49-F238E27FC236}">
                <a16:creationId xmlns:a16="http://schemas.microsoft.com/office/drawing/2014/main" id="{A1543BB3-4F22-5143-2BBF-2B49318E3F02}"/>
              </a:ext>
            </a:extLst>
          </p:cNvPr>
          <p:cNvSpPr txBox="1">
            <a:spLocks/>
          </p:cNvSpPr>
          <p:nvPr/>
        </p:nvSpPr>
        <p:spPr>
          <a:xfrm>
            <a:off x="2452374" y="202827"/>
            <a:ext cx="4239245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>
            <a:pPr algn="ctr"/>
            <a:r>
              <a:rPr lang="en-US" sz="2400">
                <a:solidFill>
                  <a:srgbClr val="00B0F0"/>
                </a:solidFill>
                <a:latin typeface="Alexandria Black" pitchFamily="2" charset="-78"/>
                <a:cs typeface="Alexandria Black" pitchFamily="2" charset="-78"/>
              </a:rPr>
              <a:t>XỬ LÝ RIÊNG TỪNG ẢNH</a:t>
            </a:r>
            <a:endParaRPr lang="vi-VN" sz="2400">
              <a:solidFill>
                <a:srgbClr val="00B0F0"/>
              </a:solidFill>
              <a:latin typeface="Alexandria Black" pitchFamily="2" charset="-78"/>
              <a:cs typeface="Alexandria Black" pitchFamily="2" charset="-78"/>
            </a:endParaRPr>
          </a:p>
        </p:txBody>
      </p:sp>
      <p:sp>
        <p:nvSpPr>
          <p:cNvPr id="10" name="Google Shape;756;p28">
            <a:extLst>
              <a:ext uri="{FF2B5EF4-FFF2-40B4-BE49-F238E27FC236}">
                <a16:creationId xmlns:a16="http://schemas.microsoft.com/office/drawing/2014/main" id="{ED779A63-3AEF-25E5-798B-824637A83C76}"/>
              </a:ext>
            </a:extLst>
          </p:cNvPr>
          <p:cNvSpPr txBox="1">
            <a:spLocks/>
          </p:cNvSpPr>
          <p:nvPr/>
        </p:nvSpPr>
        <p:spPr>
          <a:xfrm>
            <a:off x="3515666" y="1789510"/>
            <a:ext cx="4477714" cy="1067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/>
            <a:r>
              <a:rPr lang="en-US" sz="1400">
                <a:solidFill>
                  <a:srgbClr val="C00000"/>
                </a:solidFill>
                <a:latin typeface="Alexandria Medium" pitchFamily="2" charset="-78"/>
                <a:cs typeface="Alexandria Medium" pitchFamily="2" charset="-78"/>
              </a:rPr>
              <a:t>1. </a:t>
            </a:r>
            <a:r>
              <a:rPr lang="vi-VN" sz="1400">
                <a:latin typeface="Alexandria Light" pitchFamily="2" charset="-78"/>
                <a:cs typeface="Alexandria Light" pitchFamily="2" charset="-78"/>
              </a:rPr>
              <a:t>Tính trọng tâm (cx, cy) của đối tượng: Là tọa độ trung bình của tất cả pixel</a:t>
            </a:r>
            <a:r>
              <a:rPr lang="en-US" sz="1400">
                <a:latin typeface="Alexandria Light" pitchFamily="2" charset="-78"/>
                <a:cs typeface="Alexandria Light" pitchFamily="2" charset="-78"/>
              </a:rPr>
              <a:t> của đối tượng (pixel của phần foreground)</a:t>
            </a:r>
            <a:endParaRPr lang="vi-VN" sz="1400">
              <a:latin typeface="Alexandria Light" pitchFamily="2" charset="-78"/>
              <a:cs typeface="Alexandria Light" pitchFamily="2" charset="-78"/>
            </a:endParaRPr>
          </a:p>
        </p:txBody>
      </p:sp>
      <p:sp>
        <p:nvSpPr>
          <p:cNvPr id="11" name="Google Shape;756;p28">
            <a:extLst>
              <a:ext uri="{FF2B5EF4-FFF2-40B4-BE49-F238E27FC236}">
                <a16:creationId xmlns:a16="http://schemas.microsoft.com/office/drawing/2014/main" id="{C5475C2B-D2B3-FEE7-FCC9-039F45A513A6}"/>
              </a:ext>
            </a:extLst>
          </p:cNvPr>
          <p:cNvSpPr txBox="1">
            <a:spLocks/>
          </p:cNvSpPr>
          <p:nvPr/>
        </p:nvSpPr>
        <p:spPr>
          <a:xfrm>
            <a:off x="3515666" y="1388515"/>
            <a:ext cx="3971921" cy="464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/>
            <a:r>
              <a:rPr lang="en-US" sz="1400" b="1">
                <a:solidFill>
                  <a:schemeClr val="tx2"/>
                </a:solidFill>
                <a:latin typeface="Alexandria Light" pitchFamily="2" charset="-78"/>
                <a:cs typeface="Alexandria Light" pitchFamily="2" charset="-78"/>
              </a:rPr>
              <a:t>Thuật toán thực hiện trên ảnh nhị phân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01D819-E813-F547-6C57-F802D98151BE}"/>
              </a:ext>
            </a:extLst>
          </p:cNvPr>
          <p:cNvSpPr/>
          <p:nvPr/>
        </p:nvSpPr>
        <p:spPr>
          <a:xfrm>
            <a:off x="1358156" y="1327332"/>
            <a:ext cx="1148824" cy="112832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1D817F9-42C6-C6EB-A062-0F128D2C1C2E}"/>
              </a:ext>
            </a:extLst>
          </p:cNvPr>
          <p:cNvSpPr/>
          <p:nvPr/>
        </p:nvSpPr>
        <p:spPr>
          <a:xfrm>
            <a:off x="1358156" y="3095172"/>
            <a:ext cx="1148824" cy="112832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B6EEE95-2985-B3F5-C623-E761B7709B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39988" y="3208224"/>
            <a:ext cx="567184" cy="901720"/>
          </a:xfrm>
          <a:prstGeom prst="rect">
            <a:avLst/>
          </a:prstGeom>
        </p:spPr>
      </p:pic>
      <p:sp>
        <p:nvSpPr>
          <p:cNvPr id="16" name="Google Shape;756;p28">
            <a:extLst>
              <a:ext uri="{FF2B5EF4-FFF2-40B4-BE49-F238E27FC236}">
                <a16:creationId xmlns:a16="http://schemas.microsoft.com/office/drawing/2014/main" id="{5286B906-6A0B-EF48-A49C-52ED1FB45FFC}"/>
              </a:ext>
            </a:extLst>
          </p:cNvPr>
          <p:cNvSpPr txBox="1">
            <a:spLocks/>
          </p:cNvSpPr>
          <p:nvPr/>
        </p:nvSpPr>
        <p:spPr>
          <a:xfrm>
            <a:off x="3515666" y="2614433"/>
            <a:ext cx="4477714" cy="1351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/>
            <a:r>
              <a:rPr lang="en-US" sz="1400">
                <a:solidFill>
                  <a:srgbClr val="C00000"/>
                </a:solidFill>
                <a:latin typeface="Alexandria Medium" pitchFamily="2" charset="-78"/>
                <a:cs typeface="Alexandria Medium" pitchFamily="2" charset="-78"/>
              </a:rPr>
              <a:t>2. </a:t>
            </a:r>
            <a:r>
              <a:rPr lang="vi-VN" sz="1400">
                <a:latin typeface="Alexandria Light" pitchFamily="2" charset="-78"/>
                <a:cs typeface="Alexandria Light" pitchFamily="2" charset="-78"/>
              </a:rPr>
              <a:t>Tính </a:t>
            </a:r>
            <a:r>
              <a:rPr lang="en-US" sz="1400">
                <a:latin typeface="Alexandria Light" pitchFamily="2" charset="-78"/>
                <a:cs typeface="Alexandria Light" pitchFamily="2" charset="-78"/>
              </a:rPr>
              <a:t>tọa độ tâm của toàn bộ ảnh NxN: (center_x, center_y) và tính độ lệnh so với trọng tâm:</a:t>
            </a:r>
          </a:p>
          <a:p>
            <a:pPr marL="0" indent="0"/>
            <a:r>
              <a:rPr lang="en-US" sz="1400">
                <a:latin typeface="Alexandria Light" pitchFamily="2" charset="-78"/>
                <a:cs typeface="Alexandria Light" pitchFamily="2" charset="-78"/>
              </a:rPr>
              <a:t>+) dx = center_x – cx</a:t>
            </a:r>
          </a:p>
          <a:p>
            <a:pPr marL="0" indent="0"/>
            <a:r>
              <a:rPr lang="en-US" sz="1400">
                <a:latin typeface="Alexandria Light" pitchFamily="2" charset="-78"/>
                <a:cs typeface="Alexandria Light" pitchFamily="2" charset="-78"/>
              </a:rPr>
              <a:t>+) dy = center_y - cy</a:t>
            </a:r>
            <a:endParaRPr lang="vi-VN" sz="1400">
              <a:latin typeface="Alexandria Light" pitchFamily="2" charset="-78"/>
              <a:cs typeface="Alexandria Light" pitchFamily="2" charset="-78"/>
            </a:endParaRPr>
          </a:p>
        </p:txBody>
      </p:sp>
      <p:sp>
        <p:nvSpPr>
          <p:cNvPr id="3" name="Google Shape;756;p28">
            <a:extLst>
              <a:ext uri="{FF2B5EF4-FFF2-40B4-BE49-F238E27FC236}">
                <a16:creationId xmlns:a16="http://schemas.microsoft.com/office/drawing/2014/main" id="{6DEACEAC-3DC3-6BA5-1534-C0805AB2C159}"/>
              </a:ext>
            </a:extLst>
          </p:cNvPr>
          <p:cNvSpPr txBox="1">
            <a:spLocks/>
          </p:cNvSpPr>
          <p:nvPr/>
        </p:nvSpPr>
        <p:spPr>
          <a:xfrm>
            <a:off x="3515666" y="3876954"/>
            <a:ext cx="4729700" cy="693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/>
            <a:r>
              <a:rPr lang="en-US" sz="1400">
                <a:solidFill>
                  <a:srgbClr val="C00000"/>
                </a:solidFill>
                <a:latin typeface="Alexandria Medium" pitchFamily="2" charset="-78"/>
                <a:cs typeface="Alexandria Medium" pitchFamily="2" charset="-78"/>
              </a:rPr>
              <a:t>3. </a:t>
            </a:r>
            <a:r>
              <a:rPr lang="en-US" sz="1400">
                <a:latin typeface="Alexandria Light" pitchFamily="2" charset="-78"/>
                <a:cs typeface="Alexandria Light" pitchFamily="2" charset="-78"/>
              </a:rPr>
              <a:t>Dịch toàn bộ pixel ảnh với dx, dy. Pixel nào vượt biên thì bỏ qua, pixel trống = pixel background</a:t>
            </a:r>
            <a:endParaRPr lang="vi-VN" sz="1400">
              <a:latin typeface="Alexandria Light" pitchFamily="2" charset="-78"/>
              <a:cs typeface="Alexandria Light" pitchFamily="2" charset="-78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971FE3-ED66-A417-843C-487BB1CB898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435036" y="1421785"/>
            <a:ext cx="567184" cy="901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1940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3">
          <a:extLst>
            <a:ext uri="{FF2B5EF4-FFF2-40B4-BE49-F238E27FC236}">
              <a16:creationId xmlns:a16="http://schemas.microsoft.com/office/drawing/2014/main" id="{73CB0078-F858-2813-043C-926F79D18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p35">
            <a:extLst>
              <a:ext uri="{FF2B5EF4-FFF2-40B4-BE49-F238E27FC236}">
                <a16:creationId xmlns:a16="http://schemas.microsoft.com/office/drawing/2014/main" id="{69AEED9C-3EAA-DB0F-02FD-3D8D83FF69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0078" y="775527"/>
            <a:ext cx="7058021" cy="4645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lexandria Black" pitchFamily="2" charset="-78"/>
                <a:cs typeface="Alexandria Black" pitchFamily="2" charset="-78"/>
              </a:rPr>
              <a:t>Bước 8: </a:t>
            </a:r>
            <a:r>
              <a:rPr lang="en-US" sz="1800">
                <a:latin typeface="Alexandria Black" pitchFamily="2" charset="-78"/>
                <a:cs typeface="Alexandria Black" pitchFamily="2" charset="-78"/>
              </a:rPr>
              <a:t>Chuẩn hóa</a:t>
            </a:r>
            <a:endParaRPr sz="1800">
              <a:latin typeface="Alexandria Black" pitchFamily="2" charset="-78"/>
              <a:cs typeface="Alexandria Black" pitchFamily="2" charset="-78"/>
            </a:endParaRPr>
          </a:p>
        </p:txBody>
      </p:sp>
      <p:sp>
        <p:nvSpPr>
          <p:cNvPr id="2" name="Google Shape;1134;p35">
            <a:extLst>
              <a:ext uri="{FF2B5EF4-FFF2-40B4-BE49-F238E27FC236}">
                <a16:creationId xmlns:a16="http://schemas.microsoft.com/office/drawing/2014/main" id="{168EC49D-DEC8-0EA9-81D3-7CDDE415D593}"/>
              </a:ext>
            </a:extLst>
          </p:cNvPr>
          <p:cNvSpPr txBox="1">
            <a:spLocks/>
          </p:cNvSpPr>
          <p:nvPr/>
        </p:nvSpPr>
        <p:spPr>
          <a:xfrm>
            <a:off x="2452374" y="202827"/>
            <a:ext cx="4239245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>
            <a:pPr algn="ctr"/>
            <a:r>
              <a:rPr lang="en-US" sz="2400">
                <a:solidFill>
                  <a:srgbClr val="00B0F0"/>
                </a:solidFill>
                <a:latin typeface="Alexandria Black" pitchFamily="2" charset="-78"/>
                <a:cs typeface="Alexandria Black" pitchFamily="2" charset="-78"/>
              </a:rPr>
              <a:t>XỬ LÝ RIÊNG TỪNG ẢNH</a:t>
            </a:r>
            <a:endParaRPr lang="vi-VN" sz="2400">
              <a:solidFill>
                <a:srgbClr val="00B0F0"/>
              </a:solidFill>
              <a:latin typeface="Alexandria Black" pitchFamily="2" charset="-78"/>
              <a:cs typeface="Alexandria Black" pitchFamily="2" charset="-78"/>
            </a:endParaRPr>
          </a:p>
        </p:txBody>
      </p:sp>
      <p:sp>
        <p:nvSpPr>
          <p:cNvPr id="10" name="Google Shape;756;p28">
            <a:extLst>
              <a:ext uri="{FF2B5EF4-FFF2-40B4-BE49-F238E27FC236}">
                <a16:creationId xmlns:a16="http://schemas.microsoft.com/office/drawing/2014/main" id="{1EE5963B-8FA3-99CD-3F3C-D887ED77BA41}"/>
              </a:ext>
            </a:extLst>
          </p:cNvPr>
          <p:cNvSpPr txBox="1">
            <a:spLocks/>
          </p:cNvSpPr>
          <p:nvPr/>
        </p:nvSpPr>
        <p:spPr>
          <a:xfrm>
            <a:off x="1482794" y="2063527"/>
            <a:ext cx="4477714" cy="1067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/>
            <a:r>
              <a:rPr lang="en-US" sz="1400">
                <a:latin typeface="Alexandria Light" pitchFamily="2" charset="-78"/>
                <a:cs typeface="Alexandria Light" pitchFamily="2" charset="-78"/>
              </a:rPr>
              <a:t>- Tránh làm cho gradient quá lớn gây mát ổn định cho mô hình</a:t>
            </a:r>
            <a:endParaRPr lang="vi-VN" sz="1400">
              <a:latin typeface="Alexandria Light" pitchFamily="2" charset="-78"/>
              <a:cs typeface="Alexandria Light" pitchFamily="2" charset="-78"/>
            </a:endParaRPr>
          </a:p>
        </p:txBody>
      </p:sp>
      <p:sp>
        <p:nvSpPr>
          <p:cNvPr id="11" name="Google Shape;756;p28">
            <a:extLst>
              <a:ext uri="{FF2B5EF4-FFF2-40B4-BE49-F238E27FC236}">
                <a16:creationId xmlns:a16="http://schemas.microsoft.com/office/drawing/2014/main" id="{4654AB85-BF4A-AA4C-9973-6AF3588C4416}"/>
              </a:ext>
            </a:extLst>
          </p:cNvPr>
          <p:cNvSpPr txBox="1">
            <a:spLocks/>
          </p:cNvSpPr>
          <p:nvPr/>
        </p:nvSpPr>
        <p:spPr>
          <a:xfrm>
            <a:off x="1482794" y="1522124"/>
            <a:ext cx="3971921" cy="464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/>
            <a:r>
              <a:rPr lang="en-US" sz="1400" b="1">
                <a:solidFill>
                  <a:schemeClr val="tx2"/>
                </a:solidFill>
                <a:latin typeface="Alexandria Light" pitchFamily="2" charset="-78"/>
                <a:cs typeface="Alexandria Light" pitchFamily="2" charset="-78"/>
              </a:rPr>
              <a:t>Đưa giá trị mức xám 0-255 =&gt; 0-1</a:t>
            </a:r>
          </a:p>
        </p:txBody>
      </p:sp>
      <p:sp>
        <p:nvSpPr>
          <p:cNvPr id="4" name="Google Shape;756;p28">
            <a:extLst>
              <a:ext uri="{FF2B5EF4-FFF2-40B4-BE49-F238E27FC236}">
                <a16:creationId xmlns:a16="http://schemas.microsoft.com/office/drawing/2014/main" id="{6F2DF6BD-FF09-AC21-D4F0-ACA745B8203E}"/>
              </a:ext>
            </a:extLst>
          </p:cNvPr>
          <p:cNvSpPr txBox="1">
            <a:spLocks/>
          </p:cNvSpPr>
          <p:nvPr/>
        </p:nvSpPr>
        <p:spPr>
          <a:xfrm>
            <a:off x="1482794" y="2681755"/>
            <a:ext cx="4477714" cy="1067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/>
            <a:r>
              <a:rPr lang="en-US" sz="1400">
                <a:latin typeface="Alexandria Light" pitchFamily="2" charset="-78"/>
                <a:cs typeface="Alexandria Light" pitchFamily="2" charset="-78"/>
              </a:rPr>
              <a:t>- </a:t>
            </a:r>
            <a:r>
              <a:rPr lang="vi-VN" sz="1400">
                <a:latin typeface="Alexandria Light" pitchFamily="2" charset="-78"/>
                <a:cs typeface="Alexandria Light" pitchFamily="2" charset="-78"/>
              </a:rPr>
              <a:t>Tránh làm các hàm kích hoạt (như sigmoid, tanh) bị bão hòa</a:t>
            </a:r>
            <a:r>
              <a:rPr lang="en-US" sz="1400">
                <a:latin typeface="Alexandria Light" pitchFamily="2" charset="-78"/>
                <a:cs typeface="Alexandria Light" pitchFamily="2" charset="-78"/>
              </a:rPr>
              <a:t>,</a:t>
            </a:r>
            <a:r>
              <a:rPr lang="vi-VN" sz="1400">
                <a:latin typeface="Alexandria Light" pitchFamily="2" charset="-78"/>
                <a:cs typeface="Alexandria Light" pitchFamily="2" charset="-78"/>
              </a:rPr>
              <a:t> gradient không bị mất</a:t>
            </a:r>
            <a:r>
              <a:rPr lang="en-US" sz="1400">
                <a:latin typeface="Alexandria Light" pitchFamily="2" charset="-78"/>
                <a:cs typeface="Alexandria Light" pitchFamily="2" charset="-78"/>
              </a:rPr>
              <a:t> (~ 0)</a:t>
            </a:r>
            <a:r>
              <a:rPr lang="vi-VN" sz="1400">
                <a:latin typeface="Alexandria Light" pitchFamily="2" charset="-78"/>
                <a:cs typeface="Alexandria Light" pitchFamily="2" charset="-78"/>
              </a:rPr>
              <a:t>.</a:t>
            </a:r>
          </a:p>
        </p:txBody>
      </p:sp>
      <p:sp>
        <p:nvSpPr>
          <p:cNvPr id="5" name="Google Shape;756;p28">
            <a:extLst>
              <a:ext uri="{FF2B5EF4-FFF2-40B4-BE49-F238E27FC236}">
                <a16:creationId xmlns:a16="http://schemas.microsoft.com/office/drawing/2014/main" id="{9ADD4FF9-0568-1388-6251-BD13C2325A25}"/>
              </a:ext>
            </a:extLst>
          </p:cNvPr>
          <p:cNvSpPr txBox="1">
            <a:spLocks/>
          </p:cNvSpPr>
          <p:nvPr/>
        </p:nvSpPr>
        <p:spPr>
          <a:xfrm>
            <a:off x="1482794" y="3299983"/>
            <a:ext cx="4477714" cy="1067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/>
            <a:r>
              <a:rPr lang="en-US" sz="1400">
                <a:latin typeface="Alexandria Light" pitchFamily="2" charset="-78"/>
                <a:cs typeface="Alexandria Light" pitchFamily="2" charset="-78"/>
              </a:rPr>
              <a:t>- </a:t>
            </a:r>
            <a:r>
              <a:rPr lang="vi-VN" sz="1400">
                <a:latin typeface="Alexandria Light" pitchFamily="2" charset="-78"/>
                <a:cs typeface="Alexandria Light" pitchFamily="2" charset="-78"/>
              </a:rPr>
              <a:t>Giúp optimizer hội tụ tốt hơn và mô hình dự đoán chính xác hơn.</a:t>
            </a:r>
          </a:p>
        </p:txBody>
      </p:sp>
      <p:sp>
        <p:nvSpPr>
          <p:cNvPr id="6" name="Google Shape;756;p28">
            <a:extLst>
              <a:ext uri="{FF2B5EF4-FFF2-40B4-BE49-F238E27FC236}">
                <a16:creationId xmlns:a16="http://schemas.microsoft.com/office/drawing/2014/main" id="{CBC9F4CB-8550-338D-FB73-B8302F7022CF}"/>
              </a:ext>
            </a:extLst>
          </p:cNvPr>
          <p:cNvSpPr txBox="1">
            <a:spLocks/>
          </p:cNvSpPr>
          <p:nvPr/>
        </p:nvSpPr>
        <p:spPr>
          <a:xfrm>
            <a:off x="6636438" y="2449465"/>
            <a:ext cx="1892705" cy="464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/>
            <a:r>
              <a:rPr lang="en-US" sz="1800" b="1">
                <a:solidFill>
                  <a:schemeClr val="tx2"/>
                </a:solidFill>
                <a:latin typeface="Alexandria Black" pitchFamily="2" charset="-78"/>
                <a:cs typeface="Alexandria Black" pitchFamily="2" charset="-78"/>
              </a:rPr>
              <a:t>p = p / 255.0</a:t>
            </a:r>
          </a:p>
        </p:txBody>
      </p:sp>
    </p:spTree>
    <p:extLst>
      <p:ext uri="{BB962C8B-B14F-4D97-AF65-F5344CB8AC3E}">
        <p14:creationId xmlns:p14="http://schemas.microsoft.com/office/powerpoint/2010/main" val="17711447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7">
          <a:extLst>
            <a:ext uri="{FF2B5EF4-FFF2-40B4-BE49-F238E27FC236}">
              <a16:creationId xmlns:a16="http://schemas.microsoft.com/office/drawing/2014/main" id="{8879561D-2E9A-8B6B-5E95-88D8A0E60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32">
            <a:extLst>
              <a:ext uri="{FF2B5EF4-FFF2-40B4-BE49-F238E27FC236}">
                <a16:creationId xmlns:a16="http://schemas.microsoft.com/office/drawing/2014/main" id="{25EC66CB-B3F9-81E8-A737-15B36B008027}"/>
              </a:ext>
            </a:extLst>
          </p:cNvPr>
          <p:cNvSpPr/>
          <p:nvPr/>
        </p:nvSpPr>
        <p:spPr>
          <a:xfrm rot="-7219687" flipH="1">
            <a:off x="-1095655" y="408466"/>
            <a:ext cx="5219277" cy="4707906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9" name="Google Shape;1019;p32">
            <a:extLst>
              <a:ext uri="{FF2B5EF4-FFF2-40B4-BE49-F238E27FC236}">
                <a16:creationId xmlns:a16="http://schemas.microsoft.com/office/drawing/2014/main" id="{A2ECB674-37DE-0A7D-154C-F8C80BBCB7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47175" y="2571974"/>
            <a:ext cx="4383600" cy="16866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lexandria Medium" pitchFamily="2" charset="-78"/>
                <a:cs typeface="Alexandria Medium" pitchFamily="2" charset="-78"/>
              </a:rPr>
              <a:t>XÂY DỰNG MÔ HÌNH</a:t>
            </a:r>
            <a:endParaRPr>
              <a:latin typeface="Alexandria Medium" pitchFamily="2" charset="-78"/>
              <a:cs typeface="Alexandria Medium" pitchFamily="2" charset="-78"/>
            </a:endParaRPr>
          </a:p>
        </p:txBody>
      </p:sp>
      <p:sp>
        <p:nvSpPr>
          <p:cNvPr id="1020" name="Google Shape;1020;p32">
            <a:extLst>
              <a:ext uri="{FF2B5EF4-FFF2-40B4-BE49-F238E27FC236}">
                <a16:creationId xmlns:a16="http://schemas.microsoft.com/office/drawing/2014/main" id="{AD96B477-E841-C260-1CAE-A9D6354B2F56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839123" y="1262236"/>
            <a:ext cx="1956093" cy="129409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latin typeface="Alexandria Black" pitchFamily="2" charset="-78"/>
                <a:cs typeface="Alexandria Black" pitchFamily="2" charset="-78"/>
              </a:rPr>
              <a:t>03</a:t>
            </a:r>
            <a:endParaRPr sz="8000">
              <a:latin typeface="Alexandria Black" pitchFamily="2" charset="-78"/>
              <a:cs typeface="Alexandria Black" pitchFamily="2" charset="-78"/>
            </a:endParaRPr>
          </a:p>
        </p:txBody>
      </p:sp>
      <p:pic>
        <p:nvPicPr>
          <p:cNvPr id="1021" name="Google Shape;1021;p32">
            <a:extLst>
              <a:ext uri="{FF2B5EF4-FFF2-40B4-BE49-F238E27FC236}">
                <a16:creationId xmlns:a16="http://schemas.microsoft.com/office/drawing/2014/main" id="{0235A59F-793F-4E5F-1212-DB3F9B07745F}"/>
              </a:ext>
            </a:extLst>
          </p:cNvPr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l="9184" r="24068"/>
          <a:stretch/>
        </p:blipFill>
        <p:spPr>
          <a:xfrm>
            <a:off x="484625" y="1076550"/>
            <a:ext cx="2990400" cy="2990400"/>
          </a:xfrm>
          <a:prstGeom prst="roundRect">
            <a:avLst>
              <a:gd name="adj" fmla="val 16667"/>
            </a:avLst>
          </a:prstGeom>
        </p:spPr>
      </p:pic>
      <p:grpSp>
        <p:nvGrpSpPr>
          <p:cNvPr id="1022" name="Google Shape;1022;p32">
            <a:extLst>
              <a:ext uri="{FF2B5EF4-FFF2-40B4-BE49-F238E27FC236}">
                <a16:creationId xmlns:a16="http://schemas.microsoft.com/office/drawing/2014/main" id="{AE4AE13B-E907-85FC-8A3B-F9A87F39014B}"/>
              </a:ext>
            </a:extLst>
          </p:cNvPr>
          <p:cNvGrpSpPr/>
          <p:nvPr/>
        </p:nvGrpSpPr>
        <p:grpSpPr>
          <a:xfrm>
            <a:off x="7441503" y="289852"/>
            <a:ext cx="1366913" cy="1382099"/>
            <a:chOff x="6568493" y="8"/>
            <a:chExt cx="1820608" cy="1840590"/>
          </a:xfrm>
        </p:grpSpPr>
        <p:sp>
          <p:nvSpPr>
            <p:cNvPr id="1023" name="Google Shape;1023;p32">
              <a:extLst>
                <a:ext uri="{FF2B5EF4-FFF2-40B4-BE49-F238E27FC236}">
                  <a16:creationId xmlns:a16="http://schemas.microsoft.com/office/drawing/2014/main" id="{B6DD9EAF-1C9F-E885-B1CA-6DE92809DF14}"/>
                </a:ext>
              </a:extLst>
            </p:cNvPr>
            <p:cNvSpPr/>
            <p:nvPr/>
          </p:nvSpPr>
          <p:spPr>
            <a:xfrm>
              <a:off x="6737915" y="169351"/>
              <a:ext cx="1651185" cy="1671247"/>
            </a:xfrm>
            <a:custGeom>
              <a:avLst/>
              <a:gdLst/>
              <a:ahLst/>
              <a:cxnLst/>
              <a:rect l="l" t="t" r="r" b="b"/>
              <a:pathLst>
                <a:path w="1959864" h="1983676" extrusionOk="0">
                  <a:moveTo>
                    <a:pt x="1868520" y="0"/>
                  </a:moveTo>
                  <a:lnTo>
                    <a:pt x="91345" y="0"/>
                  </a:lnTo>
                  <a:cubicBezTo>
                    <a:pt x="40958" y="0"/>
                    <a:pt x="0" y="40958"/>
                    <a:pt x="0" y="91345"/>
                  </a:cubicBezTo>
                  <a:lnTo>
                    <a:pt x="0" y="1892427"/>
                  </a:lnTo>
                  <a:cubicBezTo>
                    <a:pt x="0" y="1942814"/>
                    <a:pt x="40958" y="1983677"/>
                    <a:pt x="91345" y="1983677"/>
                  </a:cubicBezTo>
                  <a:lnTo>
                    <a:pt x="1868520" y="1983677"/>
                  </a:lnTo>
                  <a:cubicBezTo>
                    <a:pt x="1918906" y="1983677"/>
                    <a:pt x="1959864" y="1942814"/>
                    <a:pt x="1959864" y="1892427"/>
                  </a:cubicBezTo>
                  <a:lnTo>
                    <a:pt x="1959864" y="91345"/>
                  </a:lnTo>
                  <a:cubicBezTo>
                    <a:pt x="1959864" y="40958"/>
                    <a:pt x="1918906" y="0"/>
                    <a:pt x="18685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4" name="Google Shape;1024;p32">
              <a:extLst>
                <a:ext uri="{FF2B5EF4-FFF2-40B4-BE49-F238E27FC236}">
                  <a16:creationId xmlns:a16="http://schemas.microsoft.com/office/drawing/2014/main" id="{1278D356-BF1F-A675-2FB1-B933F2E134EA}"/>
                </a:ext>
              </a:extLst>
            </p:cNvPr>
            <p:cNvSpPr/>
            <p:nvPr/>
          </p:nvSpPr>
          <p:spPr>
            <a:xfrm>
              <a:off x="6653203" y="8"/>
              <a:ext cx="1651185" cy="1671247"/>
            </a:xfrm>
            <a:custGeom>
              <a:avLst/>
              <a:gdLst/>
              <a:ahLst/>
              <a:cxnLst/>
              <a:rect l="l" t="t" r="r" b="b"/>
              <a:pathLst>
                <a:path w="1959864" h="1983676" extrusionOk="0">
                  <a:moveTo>
                    <a:pt x="1868519" y="0"/>
                  </a:moveTo>
                  <a:lnTo>
                    <a:pt x="91345" y="0"/>
                  </a:lnTo>
                  <a:cubicBezTo>
                    <a:pt x="40958" y="0"/>
                    <a:pt x="0" y="40958"/>
                    <a:pt x="0" y="91345"/>
                  </a:cubicBezTo>
                  <a:lnTo>
                    <a:pt x="0" y="1892427"/>
                  </a:lnTo>
                  <a:cubicBezTo>
                    <a:pt x="0" y="1942814"/>
                    <a:pt x="40958" y="1983677"/>
                    <a:pt x="91345" y="1983677"/>
                  </a:cubicBezTo>
                  <a:lnTo>
                    <a:pt x="1868519" y="1983677"/>
                  </a:lnTo>
                  <a:cubicBezTo>
                    <a:pt x="1918907" y="1983677"/>
                    <a:pt x="1959865" y="1942814"/>
                    <a:pt x="1959865" y="1892427"/>
                  </a:cubicBezTo>
                  <a:lnTo>
                    <a:pt x="1959865" y="91345"/>
                  </a:lnTo>
                  <a:cubicBezTo>
                    <a:pt x="1959865" y="40958"/>
                    <a:pt x="1918907" y="0"/>
                    <a:pt x="186851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25" name="Google Shape;1025;p32">
              <a:extLst>
                <a:ext uri="{FF2B5EF4-FFF2-40B4-BE49-F238E27FC236}">
                  <a16:creationId xmlns:a16="http://schemas.microsoft.com/office/drawing/2014/main" id="{FE1E2ACA-473D-04D7-86C4-8201F2ED9CB1}"/>
                </a:ext>
              </a:extLst>
            </p:cNvPr>
            <p:cNvGrpSpPr/>
            <p:nvPr/>
          </p:nvGrpSpPr>
          <p:grpSpPr>
            <a:xfrm>
              <a:off x="6568493" y="84720"/>
              <a:ext cx="1649109" cy="1669065"/>
              <a:chOff x="8921020" y="472154"/>
              <a:chExt cx="1959958" cy="1983676"/>
            </a:xfrm>
          </p:grpSpPr>
          <p:sp>
            <p:nvSpPr>
              <p:cNvPr id="1026" name="Google Shape;1026;p32">
                <a:extLst>
                  <a:ext uri="{FF2B5EF4-FFF2-40B4-BE49-F238E27FC236}">
                    <a16:creationId xmlns:a16="http://schemas.microsoft.com/office/drawing/2014/main" id="{6E8E8DA2-47C8-C99A-1C92-276CB0F8B6F2}"/>
                  </a:ext>
                </a:extLst>
              </p:cNvPr>
              <p:cNvSpPr/>
              <p:nvPr/>
            </p:nvSpPr>
            <p:spPr>
              <a:xfrm>
                <a:off x="8921114" y="472154"/>
                <a:ext cx="1959864" cy="1983676"/>
              </a:xfrm>
              <a:custGeom>
                <a:avLst/>
                <a:gdLst/>
                <a:ahLst/>
                <a:cxnLst/>
                <a:rect l="l" t="t" r="r" b="b"/>
                <a:pathLst>
                  <a:path w="1959864" h="1983676" extrusionOk="0">
                    <a:moveTo>
                      <a:pt x="1959864" y="91345"/>
                    </a:moveTo>
                    <a:lnTo>
                      <a:pt x="1959864" y="1892427"/>
                    </a:lnTo>
                    <a:cubicBezTo>
                      <a:pt x="1959864" y="1942814"/>
                      <a:pt x="1918907" y="1983677"/>
                      <a:pt x="1868520" y="1983677"/>
                    </a:cubicBezTo>
                    <a:lnTo>
                      <a:pt x="91345" y="1983677"/>
                    </a:lnTo>
                    <a:cubicBezTo>
                      <a:pt x="40958" y="1983677"/>
                      <a:pt x="0" y="1942814"/>
                      <a:pt x="0" y="1892427"/>
                    </a:cubicBezTo>
                    <a:lnTo>
                      <a:pt x="0" y="91345"/>
                    </a:lnTo>
                    <a:cubicBezTo>
                      <a:pt x="0" y="40958"/>
                      <a:pt x="40958" y="0"/>
                      <a:pt x="91345" y="0"/>
                    </a:cubicBezTo>
                    <a:lnTo>
                      <a:pt x="1868520" y="0"/>
                    </a:lnTo>
                    <a:cubicBezTo>
                      <a:pt x="1918907" y="0"/>
                      <a:pt x="1959864" y="40958"/>
                      <a:pt x="1959864" y="9134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7" name="Google Shape;1027;p32">
                <a:extLst>
                  <a:ext uri="{FF2B5EF4-FFF2-40B4-BE49-F238E27FC236}">
                    <a16:creationId xmlns:a16="http://schemas.microsoft.com/office/drawing/2014/main" id="{0C6A8784-3170-D886-EAEB-CCEDCDA1BFD5}"/>
                  </a:ext>
                </a:extLst>
              </p:cNvPr>
              <p:cNvSpPr/>
              <p:nvPr/>
            </p:nvSpPr>
            <p:spPr>
              <a:xfrm>
                <a:off x="8921020" y="472154"/>
                <a:ext cx="1959958" cy="172307"/>
              </a:xfrm>
              <a:custGeom>
                <a:avLst/>
                <a:gdLst/>
                <a:ahLst/>
                <a:cxnLst/>
                <a:rect l="l" t="t" r="r" b="b"/>
                <a:pathLst>
                  <a:path w="1959958" h="172307" extrusionOk="0">
                    <a:moveTo>
                      <a:pt x="1959959" y="91345"/>
                    </a:moveTo>
                    <a:lnTo>
                      <a:pt x="1959959" y="172307"/>
                    </a:lnTo>
                    <a:lnTo>
                      <a:pt x="0" y="172307"/>
                    </a:lnTo>
                    <a:lnTo>
                      <a:pt x="0" y="91345"/>
                    </a:lnTo>
                    <a:cubicBezTo>
                      <a:pt x="0" y="40958"/>
                      <a:pt x="40957" y="0"/>
                      <a:pt x="91344" y="0"/>
                    </a:cubicBezTo>
                    <a:lnTo>
                      <a:pt x="1868519" y="0"/>
                    </a:lnTo>
                    <a:cubicBezTo>
                      <a:pt x="1918906" y="0"/>
                      <a:pt x="1959864" y="40958"/>
                      <a:pt x="1959864" y="91345"/>
                    </a:cubicBezTo>
                    <a:close/>
                  </a:path>
                </a:pathLst>
              </a:custGeom>
              <a:solidFill>
                <a:srgbClr val="000000">
                  <a:alpha val="1006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28" name="Google Shape;1028;p32">
                <a:extLst>
                  <a:ext uri="{FF2B5EF4-FFF2-40B4-BE49-F238E27FC236}">
                    <a16:creationId xmlns:a16="http://schemas.microsoft.com/office/drawing/2014/main" id="{4DF2E46C-424C-4C22-CCD7-AB18FCFD53CE}"/>
                  </a:ext>
                </a:extLst>
              </p:cNvPr>
              <p:cNvGrpSpPr/>
              <p:nvPr/>
            </p:nvGrpSpPr>
            <p:grpSpPr>
              <a:xfrm>
                <a:off x="9011888" y="537781"/>
                <a:ext cx="255174" cy="64389"/>
                <a:chOff x="9011888" y="537781"/>
                <a:chExt cx="255174" cy="64389"/>
              </a:xfrm>
            </p:grpSpPr>
            <p:sp>
              <p:nvSpPr>
                <p:cNvPr id="1029" name="Google Shape;1029;p32">
                  <a:extLst>
                    <a:ext uri="{FF2B5EF4-FFF2-40B4-BE49-F238E27FC236}">
                      <a16:creationId xmlns:a16="http://schemas.microsoft.com/office/drawing/2014/main" id="{B356A09B-B915-A9B7-1326-02CBABB4DC38}"/>
                    </a:ext>
                  </a:extLst>
                </p:cNvPr>
                <p:cNvSpPr/>
                <p:nvPr/>
              </p:nvSpPr>
              <p:spPr>
                <a:xfrm>
                  <a:off x="9202673" y="537781"/>
                  <a:ext cx="64389" cy="643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89" h="64389" extrusionOk="0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0" name="Google Shape;1030;p32">
                  <a:extLst>
                    <a:ext uri="{FF2B5EF4-FFF2-40B4-BE49-F238E27FC236}">
                      <a16:creationId xmlns:a16="http://schemas.microsoft.com/office/drawing/2014/main" id="{FAE19CBE-34BB-FA9A-124F-AA8A70883A64}"/>
                    </a:ext>
                  </a:extLst>
                </p:cNvPr>
                <p:cNvSpPr/>
                <p:nvPr/>
              </p:nvSpPr>
              <p:spPr>
                <a:xfrm>
                  <a:off x="9107233" y="537781"/>
                  <a:ext cx="64389" cy="643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89" h="64389" extrusionOk="0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1" name="Google Shape;1031;p32">
                  <a:extLst>
                    <a:ext uri="{FF2B5EF4-FFF2-40B4-BE49-F238E27FC236}">
                      <a16:creationId xmlns:a16="http://schemas.microsoft.com/office/drawing/2014/main" id="{25F28E23-89B7-33EA-384D-5A9F8A02BB1E}"/>
                    </a:ext>
                  </a:extLst>
                </p:cNvPr>
                <p:cNvSpPr/>
                <p:nvPr/>
              </p:nvSpPr>
              <p:spPr>
                <a:xfrm>
                  <a:off x="9011888" y="537781"/>
                  <a:ext cx="64389" cy="643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89" h="64389" extrusionOk="0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32" name="Google Shape;1032;p32">
              <a:extLst>
                <a:ext uri="{FF2B5EF4-FFF2-40B4-BE49-F238E27FC236}">
                  <a16:creationId xmlns:a16="http://schemas.microsoft.com/office/drawing/2014/main" id="{2B52B2DF-39AB-F537-A0CF-CBFE9417FF30}"/>
                </a:ext>
              </a:extLst>
            </p:cNvPr>
            <p:cNvGrpSpPr/>
            <p:nvPr/>
          </p:nvGrpSpPr>
          <p:grpSpPr>
            <a:xfrm>
              <a:off x="6795939" y="406335"/>
              <a:ext cx="1194216" cy="1228757"/>
              <a:chOff x="9191339" y="854392"/>
              <a:chExt cx="1419320" cy="1460372"/>
            </a:xfrm>
          </p:grpSpPr>
          <p:grpSp>
            <p:nvGrpSpPr>
              <p:cNvPr id="1033" name="Google Shape;1033;p32">
                <a:extLst>
                  <a:ext uri="{FF2B5EF4-FFF2-40B4-BE49-F238E27FC236}">
                    <a16:creationId xmlns:a16="http://schemas.microsoft.com/office/drawing/2014/main" id="{8BE7497C-34E9-8892-DBA3-FFC1CF815313}"/>
                  </a:ext>
                </a:extLst>
              </p:cNvPr>
              <p:cNvGrpSpPr/>
              <p:nvPr/>
            </p:nvGrpSpPr>
            <p:grpSpPr>
              <a:xfrm>
                <a:off x="9191339" y="1884045"/>
                <a:ext cx="604932" cy="420243"/>
                <a:chOff x="9191339" y="1884045"/>
                <a:chExt cx="604932" cy="420243"/>
              </a:xfrm>
            </p:grpSpPr>
            <p:sp>
              <p:nvSpPr>
                <p:cNvPr id="1034" name="Google Shape;1034;p32">
                  <a:extLst>
                    <a:ext uri="{FF2B5EF4-FFF2-40B4-BE49-F238E27FC236}">
                      <a16:creationId xmlns:a16="http://schemas.microsoft.com/office/drawing/2014/main" id="{5945E513-45E7-7A66-4BB3-F5203BF80A9E}"/>
                    </a:ext>
                  </a:extLst>
                </p:cNvPr>
                <p:cNvSpPr/>
                <p:nvPr/>
              </p:nvSpPr>
              <p:spPr>
                <a:xfrm>
                  <a:off x="9191339" y="1884045"/>
                  <a:ext cx="2370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077" h="52959" extrusionOk="0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5" name="Google Shape;1035;p32">
                  <a:extLst>
                    <a:ext uri="{FF2B5EF4-FFF2-40B4-BE49-F238E27FC236}">
                      <a16:creationId xmlns:a16="http://schemas.microsoft.com/office/drawing/2014/main" id="{804AFF9C-9BAB-0568-F43D-D2A49035160C}"/>
                    </a:ext>
                  </a:extLst>
                </p:cNvPr>
                <p:cNvSpPr/>
                <p:nvPr/>
              </p:nvSpPr>
              <p:spPr>
                <a:xfrm>
                  <a:off x="9449466" y="1884045"/>
                  <a:ext cx="18249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498" h="52959" extrusionOk="0">
                      <a:moveTo>
                        <a:pt x="0" y="0"/>
                      </a:moveTo>
                      <a:lnTo>
                        <a:pt x="182499" y="0"/>
                      </a:lnTo>
                      <a:lnTo>
                        <a:pt x="18249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6" name="Google Shape;1036;p32">
                  <a:extLst>
                    <a:ext uri="{FF2B5EF4-FFF2-40B4-BE49-F238E27FC236}">
                      <a16:creationId xmlns:a16="http://schemas.microsoft.com/office/drawing/2014/main" id="{87647527-B68A-2ADC-C205-5965D0E13C6C}"/>
                    </a:ext>
                  </a:extLst>
                </p:cNvPr>
                <p:cNvSpPr/>
                <p:nvPr/>
              </p:nvSpPr>
              <p:spPr>
                <a:xfrm>
                  <a:off x="9651396" y="1884045"/>
                  <a:ext cx="14487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875" h="52959" extrusionOk="0">
                      <a:moveTo>
                        <a:pt x="0" y="0"/>
                      </a:moveTo>
                      <a:lnTo>
                        <a:pt x="144876" y="0"/>
                      </a:lnTo>
                      <a:lnTo>
                        <a:pt x="14487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7" name="Google Shape;1037;p32">
                  <a:extLst>
                    <a:ext uri="{FF2B5EF4-FFF2-40B4-BE49-F238E27FC236}">
                      <a16:creationId xmlns:a16="http://schemas.microsoft.com/office/drawing/2014/main" id="{8FF25430-25D1-534D-D2B6-BEF7356675C1}"/>
                    </a:ext>
                  </a:extLst>
                </p:cNvPr>
                <p:cNvSpPr/>
                <p:nvPr/>
              </p:nvSpPr>
              <p:spPr>
                <a:xfrm>
                  <a:off x="9308306" y="2006536"/>
                  <a:ext cx="48796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965" h="52959" extrusionOk="0">
                      <a:moveTo>
                        <a:pt x="0" y="0"/>
                      </a:moveTo>
                      <a:lnTo>
                        <a:pt x="487966" y="0"/>
                      </a:lnTo>
                      <a:lnTo>
                        <a:pt x="48796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8" name="Google Shape;1038;p32">
                  <a:extLst>
                    <a:ext uri="{FF2B5EF4-FFF2-40B4-BE49-F238E27FC236}">
                      <a16:creationId xmlns:a16="http://schemas.microsoft.com/office/drawing/2014/main" id="{E72CD9AD-70FE-D9C2-82C9-C49CF53FA794}"/>
                    </a:ext>
                  </a:extLst>
                </p:cNvPr>
                <p:cNvSpPr/>
                <p:nvPr/>
              </p:nvSpPr>
              <p:spPr>
                <a:xfrm>
                  <a:off x="9191339" y="2006536"/>
                  <a:ext cx="8963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30" h="52959" extrusionOk="0">
                      <a:moveTo>
                        <a:pt x="0" y="0"/>
                      </a:moveTo>
                      <a:lnTo>
                        <a:pt x="89630" y="0"/>
                      </a:lnTo>
                      <a:lnTo>
                        <a:pt x="8963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9" name="Google Shape;1039;p32">
                  <a:extLst>
                    <a:ext uri="{FF2B5EF4-FFF2-40B4-BE49-F238E27FC236}">
                      <a16:creationId xmlns:a16="http://schemas.microsoft.com/office/drawing/2014/main" id="{3A80AD14-7A9A-E9E5-7C0D-55EF075B2841}"/>
                    </a:ext>
                  </a:extLst>
                </p:cNvPr>
                <p:cNvSpPr/>
                <p:nvPr/>
              </p:nvSpPr>
              <p:spPr>
                <a:xfrm>
                  <a:off x="9460325" y="2128932"/>
                  <a:ext cx="23079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790" h="52959" extrusionOk="0">
                      <a:moveTo>
                        <a:pt x="0" y="0"/>
                      </a:moveTo>
                      <a:lnTo>
                        <a:pt x="230791" y="0"/>
                      </a:lnTo>
                      <a:lnTo>
                        <a:pt x="230791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0" name="Google Shape;1040;p32">
                  <a:extLst>
                    <a:ext uri="{FF2B5EF4-FFF2-40B4-BE49-F238E27FC236}">
                      <a16:creationId xmlns:a16="http://schemas.microsoft.com/office/drawing/2014/main" id="{3B5FF5BC-DA91-F7FE-2DC8-73A7FCE47549}"/>
                    </a:ext>
                  </a:extLst>
                </p:cNvPr>
                <p:cNvSpPr/>
                <p:nvPr/>
              </p:nvSpPr>
              <p:spPr>
                <a:xfrm>
                  <a:off x="9713023" y="2128932"/>
                  <a:ext cx="8324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248" h="52959" extrusionOk="0">
                      <a:moveTo>
                        <a:pt x="0" y="0"/>
                      </a:moveTo>
                      <a:lnTo>
                        <a:pt x="83248" y="0"/>
                      </a:lnTo>
                      <a:lnTo>
                        <a:pt x="8324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1" name="Google Shape;1041;p32">
                  <a:extLst>
                    <a:ext uri="{FF2B5EF4-FFF2-40B4-BE49-F238E27FC236}">
                      <a16:creationId xmlns:a16="http://schemas.microsoft.com/office/drawing/2014/main" id="{F41F5CF5-73BB-AE00-92F2-A40B247C0944}"/>
                    </a:ext>
                  </a:extLst>
                </p:cNvPr>
                <p:cNvSpPr/>
                <p:nvPr/>
              </p:nvSpPr>
              <p:spPr>
                <a:xfrm>
                  <a:off x="9191339" y="2128932"/>
                  <a:ext cx="24793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935" h="52959" extrusionOk="0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2" name="Google Shape;1042;p32">
                  <a:extLst>
                    <a:ext uri="{FF2B5EF4-FFF2-40B4-BE49-F238E27FC236}">
                      <a16:creationId xmlns:a16="http://schemas.microsoft.com/office/drawing/2014/main" id="{B7C28108-237F-195C-9F1B-D9FE1EA62504}"/>
                    </a:ext>
                  </a:extLst>
                </p:cNvPr>
                <p:cNvSpPr/>
                <p:nvPr/>
              </p:nvSpPr>
              <p:spPr>
                <a:xfrm>
                  <a:off x="9365170" y="2251329"/>
                  <a:ext cx="2009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77" h="52959" extrusionOk="0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3" name="Google Shape;1043;p32">
                  <a:extLst>
                    <a:ext uri="{FF2B5EF4-FFF2-40B4-BE49-F238E27FC236}">
                      <a16:creationId xmlns:a16="http://schemas.microsoft.com/office/drawing/2014/main" id="{6025A4BB-86AC-20AA-F6C5-9FE6D4659C2D}"/>
                    </a:ext>
                  </a:extLst>
                </p:cNvPr>
                <p:cNvSpPr/>
                <p:nvPr/>
              </p:nvSpPr>
              <p:spPr>
                <a:xfrm>
                  <a:off x="9191339" y="2251329"/>
                  <a:ext cx="151256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256" h="52959" extrusionOk="0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44" name="Google Shape;1044;p32">
                <a:extLst>
                  <a:ext uri="{FF2B5EF4-FFF2-40B4-BE49-F238E27FC236}">
                    <a16:creationId xmlns:a16="http://schemas.microsoft.com/office/drawing/2014/main" id="{32B11A5F-C06D-F3B6-AE36-15E970B58EC9}"/>
                  </a:ext>
                </a:extLst>
              </p:cNvPr>
              <p:cNvGrpSpPr/>
              <p:nvPr/>
            </p:nvGrpSpPr>
            <p:grpSpPr>
              <a:xfrm>
                <a:off x="10004774" y="854392"/>
                <a:ext cx="604932" cy="420243"/>
                <a:chOff x="10004774" y="854392"/>
                <a:chExt cx="604932" cy="420243"/>
              </a:xfrm>
            </p:grpSpPr>
            <p:sp>
              <p:nvSpPr>
                <p:cNvPr id="1045" name="Google Shape;1045;p32">
                  <a:extLst>
                    <a:ext uri="{FF2B5EF4-FFF2-40B4-BE49-F238E27FC236}">
                      <a16:creationId xmlns:a16="http://schemas.microsoft.com/office/drawing/2014/main" id="{830CC5F3-EB2D-E84C-A8E1-D248BA73E2C8}"/>
                    </a:ext>
                  </a:extLst>
                </p:cNvPr>
                <p:cNvSpPr/>
                <p:nvPr/>
              </p:nvSpPr>
              <p:spPr>
                <a:xfrm>
                  <a:off x="10004774" y="854392"/>
                  <a:ext cx="2370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077" h="52959" extrusionOk="0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6" name="Google Shape;1046;p32">
                  <a:extLst>
                    <a:ext uri="{FF2B5EF4-FFF2-40B4-BE49-F238E27FC236}">
                      <a16:creationId xmlns:a16="http://schemas.microsoft.com/office/drawing/2014/main" id="{AC9C3B06-B5B0-D2E8-5398-AF270EDA9FD0}"/>
                    </a:ext>
                  </a:extLst>
                </p:cNvPr>
                <p:cNvSpPr/>
                <p:nvPr/>
              </p:nvSpPr>
              <p:spPr>
                <a:xfrm>
                  <a:off x="10262901" y="854392"/>
                  <a:ext cx="18249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498" h="52959" extrusionOk="0">
                      <a:moveTo>
                        <a:pt x="0" y="0"/>
                      </a:moveTo>
                      <a:lnTo>
                        <a:pt x="182498" y="0"/>
                      </a:lnTo>
                      <a:lnTo>
                        <a:pt x="18249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7" name="Google Shape;1047;p32">
                  <a:extLst>
                    <a:ext uri="{FF2B5EF4-FFF2-40B4-BE49-F238E27FC236}">
                      <a16:creationId xmlns:a16="http://schemas.microsoft.com/office/drawing/2014/main" id="{74D0E8DA-C034-F4FF-BB50-99505B210E39}"/>
                    </a:ext>
                  </a:extLst>
                </p:cNvPr>
                <p:cNvSpPr/>
                <p:nvPr/>
              </p:nvSpPr>
              <p:spPr>
                <a:xfrm>
                  <a:off x="10464831" y="854392"/>
                  <a:ext cx="14487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875" h="52959" extrusionOk="0">
                      <a:moveTo>
                        <a:pt x="0" y="0"/>
                      </a:moveTo>
                      <a:lnTo>
                        <a:pt x="144875" y="0"/>
                      </a:lnTo>
                      <a:lnTo>
                        <a:pt x="144875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8" name="Google Shape;1048;p32">
                  <a:extLst>
                    <a:ext uri="{FF2B5EF4-FFF2-40B4-BE49-F238E27FC236}">
                      <a16:creationId xmlns:a16="http://schemas.microsoft.com/office/drawing/2014/main" id="{CBD02812-F846-ECD1-77E5-E3C1ECB9BEA4}"/>
                    </a:ext>
                  </a:extLst>
                </p:cNvPr>
                <p:cNvSpPr/>
                <p:nvPr/>
              </p:nvSpPr>
              <p:spPr>
                <a:xfrm>
                  <a:off x="10121741" y="976788"/>
                  <a:ext cx="48796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965" h="52959" extrusionOk="0">
                      <a:moveTo>
                        <a:pt x="0" y="0"/>
                      </a:moveTo>
                      <a:lnTo>
                        <a:pt x="487966" y="0"/>
                      </a:lnTo>
                      <a:lnTo>
                        <a:pt x="48796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9" name="Google Shape;1049;p32">
                  <a:extLst>
                    <a:ext uri="{FF2B5EF4-FFF2-40B4-BE49-F238E27FC236}">
                      <a16:creationId xmlns:a16="http://schemas.microsoft.com/office/drawing/2014/main" id="{EC77877F-7B75-C1EE-D743-DFE72C45F5B3}"/>
                    </a:ext>
                  </a:extLst>
                </p:cNvPr>
                <p:cNvSpPr/>
                <p:nvPr/>
              </p:nvSpPr>
              <p:spPr>
                <a:xfrm>
                  <a:off x="10004774" y="976788"/>
                  <a:ext cx="8963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30" h="52959" extrusionOk="0">
                      <a:moveTo>
                        <a:pt x="0" y="0"/>
                      </a:moveTo>
                      <a:lnTo>
                        <a:pt x="89630" y="0"/>
                      </a:lnTo>
                      <a:lnTo>
                        <a:pt x="8963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0" name="Google Shape;1050;p32">
                  <a:extLst>
                    <a:ext uri="{FF2B5EF4-FFF2-40B4-BE49-F238E27FC236}">
                      <a16:creationId xmlns:a16="http://schemas.microsoft.com/office/drawing/2014/main" id="{09595F29-6BB1-4B26-9C32-F4F01E83F395}"/>
                    </a:ext>
                  </a:extLst>
                </p:cNvPr>
                <p:cNvSpPr/>
                <p:nvPr/>
              </p:nvSpPr>
              <p:spPr>
                <a:xfrm>
                  <a:off x="10273760" y="1099280"/>
                  <a:ext cx="23079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790" h="52959" extrusionOk="0">
                      <a:moveTo>
                        <a:pt x="0" y="0"/>
                      </a:moveTo>
                      <a:lnTo>
                        <a:pt x="230790" y="0"/>
                      </a:lnTo>
                      <a:lnTo>
                        <a:pt x="23079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1" name="Google Shape;1051;p32">
                  <a:extLst>
                    <a:ext uri="{FF2B5EF4-FFF2-40B4-BE49-F238E27FC236}">
                      <a16:creationId xmlns:a16="http://schemas.microsoft.com/office/drawing/2014/main" id="{9AF15837-4CB2-6D76-438E-57F82003E03C}"/>
                    </a:ext>
                  </a:extLst>
                </p:cNvPr>
                <p:cNvSpPr/>
                <p:nvPr/>
              </p:nvSpPr>
              <p:spPr>
                <a:xfrm>
                  <a:off x="10526458" y="1099280"/>
                  <a:ext cx="8324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248" h="52959" extrusionOk="0">
                      <a:moveTo>
                        <a:pt x="0" y="0"/>
                      </a:moveTo>
                      <a:lnTo>
                        <a:pt x="83249" y="0"/>
                      </a:lnTo>
                      <a:lnTo>
                        <a:pt x="8324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2" name="Google Shape;1052;p32">
                  <a:extLst>
                    <a:ext uri="{FF2B5EF4-FFF2-40B4-BE49-F238E27FC236}">
                      <a16:creationId xmlns:a16="http://schemas.microsoft.com/office/drawing/2014/main" id="{6EFD7BCC-050A-A711-8387-38E710DA7E84}"/>
                    </a:ext>
                  </a:extLst>
                </p:cNvPr>
                <p:cNvSpPr/>
                <p:nvPr/>
              </p:nvSpPr>
              <p:spPr>
                <a:xfrm>
                  <a:off x="10004774" y="1099280"/>
                  <a:ext cx="24793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935" h="52959" extrusionOk="0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3" name="Google Shape;1053;p32">
                  <a:extLst>
                    <a:ext uri="{FF2B5EF4-FFF2-40B4-BE49-F238E27FC236}">
                      <a16:creationId xmlns:a16="http://schemas.microsoft.com/office/drawing/2014/main" id="{DFA81588-23EC-4EE8-E88A-8E16E463B723}"/>
                    </a:ext>
                  </a:extLst>
                </p:cNvPr>
                <p:cNvSpPr/>
                <p:nvPr/>
              </p:nvSpPr>
              <p:spPr>
                <a:xfrm>
                  <a:off x="10178700" y="1221676"/>
                  <a:ext cx="2009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77" h="52959" extrusionOk="0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4" name="Google Shape;1054;p32">
                  <a:extLst>
                    <a:ext uri="{FF2B5EF4-FFF2-40B4-BE49-F238E27FC236}">
                      <a16:creationId xmlns:a16="http://schemas.microsoft.com/office/drawing/2014/main" id="{9E6BE7E4-F829-ED55-7186-B5E170DF7A06}"/>
                    </a:ext>
                  </a:extLst>
                </p:cNvPr>
                <p:cNvSpPr/>
                <p:nvPr/>
              </p:nvSpPr>
              <p:spPr>
                <a:xfrm>
                  <a:off x="10004774" y="1221676"/>
                  <a:ext cx="151256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256" h="52959" extrusionOk="0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55" name="Google Shape;1055;p32">
                <a:extLst>
                  <a:ext uri="{FF2B5EF4-FFF2-40B4-BE49-F238E27FC236}">
                    <a16:creationId xmlns:a16="http://schemas.microsoft.com/office/drawing/2014/main" id="{BF5F5ECB-4AC5-FE64-59D2-75CDD15B84F2}"/>
                  </a:ext>
                </a:extLst>
              </p:cNvPr>
              <p:cNvGrpSpPr/>
              <p:nvPr/>
            </p:nvGrpSpPr>
            <p:grpSpPr>
              <a:xfrm>
                <a:off x="10004774" y="1374362"/>
                <a:ext cx="604932" cy="303466"/>
                <a:chOff x="10004774" y="1374362"/>
                <a:chExt cx="604932" cy="303466"/>
              </a:xfrm>
            </p:grpSpPr>
            <p:sp>
              <p:nvSpPr>
                <p:cNvPr id="1056" name="Google Shape;1056;p32">
                  <a:extLst>
                    <a:ext uri="{FF2B5EF4-FFF2-40B4-BE49-F238E27FC236}">
                      <a16:creationId xmlns:a16="http://schemas.microsoft.com/office/drawing/2014/main" id="{2FDA8F72-7730-E7FE-EC9E-8C3E6B2AECC3}"/>
                    </a:ext>
                  </a:extLst>
                </p:cNvPr>
                <p:cNvSpPr/>
                <p:nvPr/>
              </p:nvSpPr>
              <p:spPr>
                <a:xfrm>
                  <a:off x="10004774" y="1374362"/>
                  <a:ext cx="2370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077" h="52959" extrusionOk="0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7" name="Google Shape;1057;p32">
                  <a:extLst>
                    <a:ext uri="{FF2B5EF4-FFF2-40B4-BE49-F238E27FC236}">
                      <a16:creationId xmlns:a16="http://schemas.microsoft.com/office/drawing/2014/main" id="{54BCC07B-92BB-537F-44F9-C6B4B91AB17A}"/>
                    </a:ext>
                  </a:extLst>
                </p:cNvPr>
                <p:cNvSpPr/>
                <p:nvPr/>
              </p:nvSpPr>
              <p:spPr>
                <a:xfrm>
                  <a:off x="10262901" y="1374362"/>
                  <a:ext cx="18249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498" h="52959" extrusionOk="0">
                      <a:moveTo>
                        <a:pt x="0" y="0"/>
                      </a:moveTo>
                      <a:lnTo>
                        <a:pt x="182498" y="0"/>
                      </a:lnTo>
                      <a:lnTo>
                        <a:pt x="18249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8" name="Google Shape;1058;p32">
                  <a:extLst>
                    <a:ext uri="{FF2B5EF4-FFF2-40B4-BE49-F238E27FC236}">
                      <a16:creationId xmlns:a16="http://schemas.microsoft.com/office/drawing/2014/main" id="{1FB60EF8-58AD-AA44-5D6A-C6F36D4AB2BE}"/>
                    </a:ext>
                  </a:extLst>
                </p:cNvPr>
                <p:cNvSpPr/>
                <p:nvPr/>
              </p:nvSpPr>
              <p:spPr>
                <a:xfrm>
                  <a:off x="10464831" y="1374362"/>
                  <a:ext cx="14487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875" h="52959" extrusionOk="0">
                      <a:moveTo>
                        <a:pt x="0" y="0"/>
                      </a:moveTo>
                      <a:lnTo>
                        <a:pt x="144875" y="0"/>
                      </a:lnTo>
                      <a:lnTo>
                        <a:pt x="144875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9" name="Google Shape;1059;p32">
                  <a:extLst>
                    <a:ext uri="{FF2B5EF4-FFF2-40B4-BE49-F238E27FC236}">
                      <a16:creationId xmlns:a16="http://schemas.microsoft.com/office/drawing/2014/main" id="{E4436CC2-B7BF-8A23-637E-7EFCED85AFFA}"/>
                    </a:ext>
                  </a:extLst>
                </p:cNvPr>
                <p:cNvSpPr/>
                <p:nvPr/>
              </p:nvSpPr>
              <p:spPr>
                <a:xfrm>
                  <a:off x="10273760" y="1502378"/>
                  <a:ext cx="23079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790" h="52959" extrusionOk="0">
                      <a:moveTo>
                        <a:pt x="0" y="0"/>
                      </a:moveTo>
                      <a:lnTo>
                        <a:pt x="230790" y="0"/>
                      </a:lnTo>
                      <a:lnTo>
                        <a:pt x="23079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0" name="Google Shape;1060;p32">
                  <a:extLst>
                    <a:ext uri="{FF2B5EF4-FFF2-40B4-BE49-F238E27FC236}">
                      <a16:creationId xmlns:a16="http://schemas.microsoft.com/office/drawing/2014/main" id="{9231CCCE-3DFD-9E5F-0C76-327B34FC140F}"/>
                    </a:ext>
                  </a:extLst>
                </p:cNvPr>
                <p:cNvSpPr/>
                <p:nvPr/>
              </p:nvSpPr>
              <p:spPr>
                <a:xfrm>
                  <a:off x="10526458" y="1502378"/>
                  <a:ext cx="8324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248" h="52959" extrusionOk="0">
                      <a:moveTo>
                        <a:pt x="0" y="0"/>
                      </a:moveTo>
                      <a:lnTo>
                        <a:pt x="83249" y="0"/>
                      </a:lnTo>
                      <a:lnTo>
                        <a:pt x="8324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1" name="Google Shape;1061;p32">
                  <a:extLst>
                    <a:ext uri="{FF2B5EF4-FFF2-40B4-BE49-F238E27FC236}">
                      <a16:creationId xmlns:a16="http://schemas.microsoft.com/office/drawing/2014/main" id="{9A836FC9-9748-7383-D43D-DD7C38B06AD8}"/>
                    </a:ext>
                  </a:extLst>
                </p:cNvPr>
                <p:cNvSpPr/>
                <p:nvPr/>
              </p:nvSpPr>
              <p:spPr>
                <a:xfrm>
                  <a:off x="10004774" y="1502378"/>
                  <a:ext cx="24793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935" h="52959" extrusionOk="0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2" name="Google Shape;1062;p32">
                  <a:extLst>
                    <a:ext uri="{FF2B5EF4-FFF2-40B4-BE49-F238E27FC236}">
                      <a16:creationId xmlns:a16="http://schemas.microsoft.com/office/drawing/2014/main" id="{3049193C-D441-7B61-070C-4D3E33F03A61}"/>
                    </a:ext>
                  </a:extLst>
                </p:cNvPr>
                <p:cNvSpPr/>
                <p:nvPr/>
              </p:nvSpPr>
              <p:spPr>
                <a:xfrm>
                  <a:off x="10178700" y="1624869"/>
                  <a:ext cx="2009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77" h="52959" extrusionOk="0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3" name="Google Shape;1063;p32">
                  <a:extLst>
                    <a:ext uri="{FF2B5EF4-FFF2-40B4-BE49-F238E27FC236}">
                      <a16:creationId xmlns:a16="http://schemas.microsoft.com/office/drawing/2014/main" id="{6535787B-5C3C-291B-468D-EA0C5672D45B}"/>
                    </a:ext>
                  </a:extLst>
                </p:cNvPr>
                <p:cNvSpPr/>
                <p:nvPr/>
              </p:nvSpPr>
              <p:spPr>
                <a:xfrm>
                  <a:off x="10004774" y="1624869"/>
                  <a:ext cx="151256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256" h="52959" extrusionOk="0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064" name="Google Shape;1064;p32">
                <a:extLst>
                  <a:ext uri="{FF2B5EF4-FFF2-40B4-BE49-F238E27FC236}">
                    <a16:creationId xmlns:a16="http://schemas.microsoft.com/office/drawing/2014/main" id="{B5D6C26C-0404-5D56-564E-C5B5CF124137}"/>
                  </a:ext>
                </a:extLst>
              </p:cNvPr>
              <p:cNvSpPr/>
              <p:nvPr/>
            </p:nvSpPr>
            <p:spPr>
              <a:xfrm>
                <a:off x="10004774" y="1875948"/>
                <a:ext cx="605885" cy="438816"/>
              </a:xfrm>
              <a:custGeom>
                <a:avLst/>
                <a:gdLst/>
                <a:ahLst/>
                <a:cxnLst/>
                <a:rect l="l" t="t" r="r" b="b"/>
                <a:pathLst>
                  <a:path w="605885" h="438816" extrusionOk="0">
                    <a:moveTo>
                      <a:pt x="572167" y="0"/>
                    </a:moveTo>
                    <a:cubicBezTo>
                      <a:pt x="590789" y="0"/>
                      <a:pt x="605885" y="15096"/>
                      <a:pt x="605885" y="33718"/>
                    </a:cubicBezTo>
                    <a:lnTo>
                      <a:pt x="605885" y="405098"/>
                    </a:lnTo>
                    <a:cubicBezTo>
                      <a:pt x="605885" y="423720"/>
                      <a:pt x="590789" y="438817"/>
                      <a:pt x="572167" y="438817"/>
                    </a:cubicBezTo>
                    <a:lnTo>
                      <a:pt x="33718" y="438817"/>
                    </a:lnTo>
                    <a:cubicBezTo>
                      <a:pt x="15096" y="438817"/>
                      <a:pt x="0" y="423720"/>
                      <a:pt x="0" y="405098"/>
                    </a:cubicBezTo>
                    <a:lnTo>
                      <a:pt x="0" y="33718"/>
                    </a:lnTo>
                    <a:cubicBezTo>
                      <a:pt x="0" y="15096"/>
                      <a:pt x="15096" y="0"/>
                      <a:pt x="3371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5" name="Google Shape;1065;p32">
                <a:extLst>
                  <a:ext uri="{FF2B5EF4-FFF2-40B4-BE49-F238E27FC236}">
                    <a16:creationId xmlns:a16="http://schemas.microsoft.com/office/drawing/2014/main" id="{0C47A720-43B4-1652-16F8-E6E060769708}"/>
                  </a:ext>
                </a:extLst>
              </p:cNvPr>
              <p:cNvSpPr/>
              <p:nvPr/>
            </p:nvSpPr>
            <p:spPr>
              <a:xfrm>
                <a:off x="9191339" y="860202"/>
                <a:ext cx="605885" cy="815149"/>
              </a:xfrm>
              <a:custGeom>
                <a:avLst/>
                <a:gdLst/>
                <a:ahLst/>
                <a:cxnLst/>
                <a:rect l="l" t="t" r="r" b="b"/>
                <a:pathLst>
                  <a:path w="605885" h="815149" extrusionOk="0">
                    <a:moveTo>
                      <a:pt x="554260" y="0"/>
                    </a:moveTo>
                    <a:cubicBezTo>
                      <a:pt x="582772" y="0"/>
                      <a:pt x="605885" y="23114"/>
                      <a:pt x="605885" y="51625"/>
                    </a:cubicBezTo>
                    <a:lnTo>
                      <a:pt x="605885" y="763524"/>
                    </a:lnTo>
                    <a:cubicBezTo>
                      <a:pt x="605885" y="792036"/>
                      <a:pt x="582771" y="815150"/>
                      <a:pt x="554260" y="815150"/>
                    </a:cubicBezTo>
                    <a:lnTo>
                      <a:pt x="51625" y="815150"/>
                    </a:lnTo>
                    <a:cubicBezTo>
                      <a:pt x="23113" y="815150"/>
                      <a:pt x="0" y="792036"/>
                      <a:pt x="0" y="763524"/>
                    </a:cubicBezTo>
                    <a:lnTo>
                      <a:pt x="0" y="51625"/>
                    </a:lnTo>
                    <a:cubicBezTo>
                      <a:pt x="0" y="23114"/>
                      <a:pt x="23113" y="0"/>
                      <a:pt x="5162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66" name="Google Shape;1066;p32">
              <a:extLst>
                <a:ext uri="{FF2B5EF4-FFF2-40B4-BE49-F238E27FC236}">
                  <a16:creationId xmlns:a16="http://schemas.microsoft.com/office/drawing/2014/main" id="{01DBB111-70EC-72B4-0CE9-7DF1271B7B14}"/>
                </a:ext>
              </a:extLst>
            </p:cNvPr>
            <p:cNvGrpSpPr/>
            <p:nvPr/>
          </p:nvGrpSpPr>
          <p:grpSpPr>
            <a:xfrm>
              <a:off x="6717319" y="354723"/>
              <a:ext cx="656533" cy="799751"/>
              <a:chOff x="9097899" y="793051"/>
              <a:chExt cx="780287" cy="950500"/>
            </a:xfrm>
          </p:grpSpPr>
          <p:grpSp>
            <p:nvGrpSpPr>
              <p:cNvPr id="1067" name="Google Shape;1067;p32">
                <a:extLst>
                  <a:ext uri="{FF2B5EF4-FFF2-40B4-BE49-F238E27FC236}">
                    <a16:creationId xmlns:a16="http://schemas.microsoft.com/office/drawing/2014/main" id="{D5E5D0AF-0485-659C-A739-BA66DFAC1711}"/>
                  </a:ext>
                </a:extLst>
              </p:cNvPr>
              <p:cNvGrpSpPr/>
              <p:nvPr/>
            </p:nvGrpSpPr>
            <p:grpSpPr>
              <a:xfrm>
                <a:off x="9118758" y="814006"/>
                <a:ext cx="747999" cy="918020"/>
                <a:chOff x="9118758" y="814006"/>
                <a:chExt cx="747999" cy="918020"/>
              </a:xfrm>
            </p:grpSpPr>
            <p:sp>
              <p:nvSpPr>
                <p:cNvPr id="1068" name="Google Shape;1068;p32">
                  <a:extLst>
                    <a:ext uri="{FF2B5EF4-FFF2-40B4-BE49-F238E27FC236}">
                      <a16:creationId xmlns:a16="http://schemas.microsoft.com/office/drawing/2014/main" id="{B9B12FB0-E238-67F9-A59A-5931C6EBD1A3}"/>
                    </a:ext>
                  </a:extLst>
                </p:cNvPr>
                <p:cNvSpPr/>
                <p:nvPr/>
              </p:nvSpPr>
              <p:spPr>
                <a:xfrm>
                  <a:off x="9131522" y="1722501"/>
                  <a:ext cx="700277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0277" h="9525" extrusionOk="0">
                      <a:moveTo>
                        <a:pt x="700278" y="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w="1275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9" name="Google Shape;1069;p32">
                  <a:extLst>
                    <a:ext uri="{FF2B5EF4-FFF2-40B4-BE49-F238E27FC236}">
                      <a16:creationId xmlns:a16="http://schemas.microsoft.com/office/drawing/2014/main" id="{6A2F477B-CDF6-0C7C-E39A-70C8D1FC20A5}"/>
                    </a:ext>
                  </a:extLst>
                </p:cNvPr>
                <p:cNvSpPr/>
                <p:nvPr/>
              </p:nvSpPr>
              <p:spPr>
                <a:xfrm>
                  <a:off x="9118758" y="826579"/>
                  <a:ext cx="9525" cy="8706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870680" extrusionOk="0">
                      <a:moveTo>
                        <a:pt x="0" y="87068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w="1275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0" name="Google Shape;1070;p32">
                  <a:extLst>
                    <a:ext uri="{FF2B5EF4-FFF2-40B4-BE49-F238E27FC236}">
                      <a16:creationId xmlns:a16="http://schemas.microsoft.com/office/drawing/2014/main" id="{903BBEAF-0C1F-24F8-CEDA-72C48D4D01E6}"/>
                    </a:ext>
                  </a:extLst>
                </p:cNvPr>
                <p:cNvSpPr/>
                <p:nvPr/>
              </p:nvSpPr>
              <p:spPr>
                <a:xfrm>
                  <a:off x="9144285" y="814006"/>
                  <a:ext cx="700277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0277" h="9525" extrusionOk="0">
                      <a:moveTo>
                        <a:pt x="0" y="0"/>
                      </a:moveTo>
                      <a:lnTo>
                        <a:pt x="700278" y="0"/>
                      </a:lnTo>
                    </a:path>
                  </a:pathLst>
                </a:custGeom>
                <a:solidFill>
                  <a:schemeClr val="dk1"/>
                </a:solidFill>
                <a:ln w="1275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1" name="Google Shape;1071;p32">
                  <a:extLst>
                    <a:ext uri="{FF2B5EF4-FFF2-40B4-BE49-F238E27FC236}">
                      <a16:creationId xmlns:a16="http://schemas.microsoft.com/office/drawing/2014/main" id="{1C7B033D-A03B-9828-A24A-C0AB4146F77C}"/>
                    </a:ext>
                  </a:extLst>
                </p:cNvPr>
                <p:cNvSpPr/>
                <p:nvPr/>
              </p:nvSpPr>
              <p:spPr>
                <a:xfrm>
                  <a:off x="9857232" y="839247"/>
                  <a:ext cx="9525" cy="8706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870680" extrusionOk="0">
                      <a:moveTo>
                        <a:pt x="0" y="0"/>
                      </a:moveTo>
                      <a:lnTo>
                        <a:pt x="0" y="870680"/>
                      </a:lnTo>
                    </a:path>
                  </a:pathLst>
                </a:custGeom>
                <a:solidFill>
                  <a:schemeClr val="dk1"/>
                </a:solidFill>
                <a:ln w="1275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72" name="Google Shape;1072;p32">
                <a:extLst>
                  <a:ext uri="{FF2B5EF4-FFF2-40B4-BE49-F238E27FC236}">
                    <a16:creationId xmlns:a16="http://schemas.microsoft.com/office/drawing/2014/main" id="{9FB12454-DE3A-4556-33B0-F00E7EDACF8D}"/>
                  </a:ext>
                </a:extLst>
              </p:cNvPr>
              <p:cNvGrpSpPr/>
              <p:nvPr/>
            </p:nvGrpSpPr>
            <p:grpSpPr>
              <a:xfrm>
                <a:off x="9097899" y="793051"/>
                <a:ext cx="780287" cy="950500"/>
                <a:chOff x="9097899" y="793051"/>
                <a:chExt cx="780287" cy="950500"/>
              </a:xfrm>
            </p:grpSpPr>
            <p:grpSp>
              <p:nvGrpSpPr>
                <p:cNvPr id="1073" name="Google Shape;1073;p32">
                  <a:extLst>
                    <a:ext uri="{FF2B5EF4-FFF2-40B4-BE49-F238E27FC236}">
                      <a16:creationId xmlns:a16="http://schemas.microsoft.com/office/drawing/2014/main" id="{9B8702B7-BCF5-5003-FE3A-DFD4A1C2EA66}"/>
                    </a:ext>
                  </a:extLst>
                </p:cNvPr>
                <p:cNvGrpSpPr/>
                <p:nvPr/>
              </p:nvGrpSpPr>
              <p:grpSpPr>
                <a:xfrm>
                  <a:off x="9097899" y="793051"/>
                  <a:ext cx="780287" cy="41909"/>
                  <a:chOff x="9097899" y="793051"/>
                  <a:chExt cx="780287" cy="41909"/>
                </a:xfrm>
              </p:grpSpPr>
              <p:sp>
                <p:nvSpPr>
                  <p:cNvPr id="1074" name="Google Shape;1074;p32">
                    <a:extLst>
                      <a:ext uri="{FF2B5EF4-FFF2-40B4-BE49-F238E27FC236}">
                        <a16:creationId xmlns:a16="http://schemas.microsoft.com/office/drawing/2014/main" id="{55B06BE3-506E-CE4E-880B-A8FE49390BA6}"/>
                      </a:ext>
                    </a:extLst>
                  </p:cNvPr>
                  <p:cNvSpPr/>
                  <p:nvPr/>
                </p:nvSpPr>
                <p:spPr>
                  <a:xfrm>
                    <a:off x="9097899" y="793051"/>
                    <a:ext cx="41909" cy="419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09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75" name="Google Shape;1075;p32">
                    <a:extLst>
                      <a:ext uri="{FF2B5EF4-FFF2-40B4-BE49-F238E27FC236}">
                        <a16:creationId xmlns:a16="http://schemas.microsoft.com/office/drawing/2014/main" id="{65ACC187-F67F-3DE1-4799-1659E1EC39A3}"/>
                      </a:ext>
                    </a:extLst>
                  </p:cNvPr>
                  <p:cNvSpPr/>
                  <p:nvPr/>
                </p:nvSpPr>
                <p:spPr>
                  <a:xfrm>
                    <a:off x="9467088" y="793051"/>
                    <a:ext cx="41909" cy="419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09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76" name="Google Shape;1076;p32">
                    <a:extLst>
                      <a:ext uri="{FF2B5EF4-FFF2-40B4-BE49-F238E27FC236}">
                        <a16:creationId xmlns:a16="http://schemas.microsoft.com/office/drawing/2014/main" id="{4384810A-2ACD-F46C-2B78-A1BE41621EF3}"/>
                      </a:ext>
                    </a:extLst>
                  </p:cNvPr>
                  <p:cNvSpPr/>
                  <p:nvPr/>
                </p:nvSpPr>
                <p:spPr>
                  <a:xfrm>
                    <a:off x="9836277" y="793051"/>
                    <a:ext cx="41909" cy="419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09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77" name="Google Shape;1077;p32">
                  <a:extLst>
                    <a:ext uri="{FF2B5EF4-FFF2-40B4-BE49-F238E27FC236}">
                      <a16:creationId xmlns:a16="http://schemas.microsoft.com/office/drawing/2014/main" id="{CEB88B59-EDA5-D555-FC2E-AD0A8288E520}"/>
                    </a:ext>
                  </a:extLst>
                </p:cNvPr>
                <p:cNvGrpSpPr/>
                <p:nvPr/>
              </p:nvGrpSpPr>
              <p:grpSpPr>
                <a:xfrm>
                  <a:off x="9097899" y="1247298"/>
                  <a:ext cx="780287" cy="41910"/>
                  <a:chOff x="9097899" y="1247298"/>
                  <a:chExt cx="780287" cy="41910"/>
                </a:xfrm>
              </p:grpSpPr>
              <p:sp>
                <p:nvSpPr>
                  <p:cNvPr id="1078" name="Google Shape;1078;p32">
                    <a:extLst>
                      <a:ext uri="{FF2B5EF4-FFF2-40B4-BE49-F238E27FC236}">
                        <a16:creationId xmlns:a16="http://schemas.microsoft.com/office/drawing/2014/main" id="{67913EC9-B3F3-32A2-9EB1-CD5FCF739027}"/>
                      </a:ext>
                    </a:extLst>
                  </p:cNvPr>
                  <p:cNvSpPr/>
                  <p:nvPr/>
                </p:nvSpPr>
                <p:spPr>
                  <a:xfrm>
                    <a:off x="9097899" y="1247298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79" name="Google Shape;1079;p32">
                    <a:extLst>
                      <a:ext uri="{FF2B5EF4-FFF2-40B4-BE49-F238E27FC236}">
                        <a16:creationId xmlns:a16="http://schemas.microsoft.com/office/drawing/2014/main" id="{0013E9E8-531C-14AA-93B3-A96B50C09E8E}"/>
                      </a:ext>
                    </a:extLst>
                  </p:cNvPr>
                  <p:cNvSpPr/>
                  <p:nvPr/>
                </p:nvSpPr>
                <p:spPr>
                  <a:xfrm>
                    <a:off x="9836277" y="1247298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80" name="Google Shape;1080;p32">
                  <a:extLst>
                    <a:ext uri="{FF2B5EF4-FFF2-40B4-BE49-F238E27FC236}">
                      <a16:creationId xmlns:a16="http://schemas.microsoft.com/office/drawing/2014/main" id="{68B1AA98-970F-2908-038A-BA56E78ADA6E}"/>
                    </a:ext>
                  </a:extLst>
                </p:cNvPr>
                <p:cNvGrpSpPr/>
                <p:nvPr/>
              </p:nvGrpSpPr>
              <p:grpSpPr>
                <a:xfrm>
                  <a:off x="9097899" y="1701641"/>
                  <a:ext cx="780287" cy="41910"/>
                  <a:chOff x="9097899" y="1701641"/>
                  <a:chExt cx="780287" cy="41910"/>
                </a:xfrm>
              </p:grpSpPr>
              <p:sp>
                <p:nvSpPr>
                  <p:cNvPr id="1081" name="Google Shape;1081;p32">
                    <a:extLst>
                      <a:ext uri="{FF2B5EF4-FFF2-40B4-BE49-F238E27FC236}">
                        <a16:creationId xmlns:a16="http://schemas.microsoft.com/office/drawing/2014/main" id="{07C34F4E-7FB6-1160-D32F-1406F9D025B9}"/>
                      </a:ext>
                    </a:extLst>
                  </p:cNvPr>
                  <p:cNvSpPr/>
                  <p:nvPr/>
                </p:nvSpPr>
                <p:spPr>
                  <a:xfrm>
                    <a:off x="9097899" y="1701641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2" name="Google Shape;1082;p32">
                    <a:extLst>
                      <a:ext uri="{FF2B5EF4-FFF2-40B4-BE49-F238E27FC236}">
                        <a16:creationId xmlns:a16="http://schemas.microsoft.com/office/drawing/2014/main" id="{78FCF0A8-BD35-F972-0806-EBFFCC1BA52E}"/>
                      </a:ext>
                    </a:extLst>
                  </p:cNvPr>
                  <p:cNvSpPr/>
                  <p:nvPr/>
                </p:nvSpPr>
                <p:spPr>
                  <a:xfrm>
                    <a:off x="9467088" y="1701641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3" name="Google Shape;1083;p32">
                    <a:extLst>
                      <a:ext uri="{FF2B5EF4-FFF2-40B4-BE49-F238E27FC236}">
                        <a16:creationId xmlns:a16="http://schemas.microsoft.com/office/drawing/2014/main" id="{42136451-1865-7082-4E5C-BF5B14FE46C2}"/>
                      </a:ext>
                    </a:extLst>
                  </p:cNvPr>
                  <p:cNvSpPr/>
                  <p:nvPr/>
                </p:nvSpPr>
                <p:spPr>
                  <a:xfrm>
                    <a:off x="9836277" y="1701641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1084" name="Google Shape;1084;p32">
              <a:extLst>
                <a:ext uri="{FF2B5EF4-FFF2-40B4-BE49-F238E27FC236}">
                  <a16:creationId xmlns:a16="http://schemas.microsoft.com/office/drawing/2014/main" id="{B21F2BBD-6DC2-34EA-1EF7-C8FBC74BA0E4}"/>
                </a:ext>
              </a:extLst>
            </p:cNvPr>
            <p:cNvGrpSpPr/>
            <p:nvPr/>
          </p:nvGrpSpPr>
          <p:grpSpPr>
            <a:xfrm>
              <a:off x="7074117" y="956519"/>
              <a:ext cx="215826" cy="125825"/>
              <a:chOff x="9521952" y="1508283"/>
              <a:chExt cx="256508" cy="149542"/>
            </a:xfrm>
          </p:grpSpPr>
          <p:sp>
            <p:nvSpPr>
              <p:cNvPr id="1085" name="Google Shape;1085;p32">
                <a:extLst>
                  <a:ext uri="{FF2B5EF4-FFF2-40B4-BE49-F238E27FC236}">
                    <a16:creationId xmlns:a16="http://schemas.microsoft.com/office/drawing/2014/main" id="{537699A4-89CE-CAE1-1D20-222E7DCECA68}"/>
                  </a:ext>
                </a:extLst>
              </p:cNvPr>
              <p:cNvSpPr/>
              <p:nvPr/>
            </p:nvSpPr>
            <p:spPr>
              <a:xfrm>
                <a:off x="9521952" y="1508283"/>
                <a:ext cx="256508" cy="149542"/>
              </a:xfrm>
              <a:custGeom>
                <a:avLst/>
                <a:gdLst/>
                <a:ahLst/>
                <a:cxnLst/>
                <a:rect l="l" t="t" r="r" b="b"/>
                <a:pathLst>
                  <a:path w="256508" h="149542" extrusionOk="0">
                    <a:moveTo>
                      <a:pt x="218694" y="0"/>
                    </a:moveTo>
                    <a:cubicBezTo>
                      <a:pt x="239578" y="0"/>
                      <a:pt x="256508" y="16930"/>
                      <a:pt x="256508" y="37814"/>
                    </a:cubicBezTo>
                    <a:lnTo>
                      <a:pt x="256508" y="111728"/>
                    </a:lnTo>
                    <a:cubicBezTo>
                      <a:pt x="256508" y="132612"/>
                      <a:pt x="239578" y="149543"/>
                      <a:pt x="218694" y="149543"/>
                    </a:cubicBezTo>
                    <a:lnTo>
                      <a:pt x="37814" y="149543"/>
                    </a:lnTo>
                    <a:cubicBezTo>
                      <a:pt x="16930" y="149543"/>
                      <a:pt x="1" y="132612"/>
                      <a:pt x="1" y="111728"/>
                    </a:cubicBezTo>
                    <a:lnTo>
                      <a:pt x="1" y="37814"/>
                    </a:lnTo>
                    <a:cubicBezTo>
                      <a:pt x="1" y="16930"/>
                      <a:pt x="16930" y="0"/>
                      <a:pt x="378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86" name="Google Shape;1086;p32">
                <a:extLst>
                  <a:ext uri="{FF2B5EF4-FFF2-40B4-BE49-F238E27FC236}">
                    <a16:creationId xmlns:a16="http://schemas.microsoft.com/office/drawing/2014/main" id="{3E55A476-8CA9-18A0-87FB-0CBF3B1404D4}"/>
                  </a:ext>
                </a:extLst>
              </p:cNvPr>
              <p:cNvGrpSpPr/>
              <p:nvPr/>
            </p:nvGrpSpPr>
            <p:grpSpPr>
              <a:xfrm>
                <a:off x="9556578" y="1534618"/>
                <a:ext cx="183763" cy="98921"/>
                <a:chOff x="9556578" y="1534618"/>
                <a:chExt cx="183763" cy="98921"/>
              </a:xfrm>
            </p:grpSpPr>
            <p:grpSp>
              <p:nvGrpSpPr>
                <p:cNvPr id="1087" name="Google Shape;1087;p32">
                  <a:extLst>
                    <a:ext uri="{FF2B5EF4-FFF2-40B4-BE49-F238E27FC236}">
                      <a16:creationId xmlns:a16="http://schemas.microsoft.com/office/drawing/2014/main" id="{B40CB0AF-CA43-3317-921E-A16797CD8432}"/>
                    </a:ext>
                  </a:extLst>
                </p:cNvPr>
                <p:cNvGrpSpPr/>
                <p:nvPr/>
              </p:nvGrpSpPr>
              <p:grpSpPr>
                <a:xfrm>
                  <a:off x="9645396" y="1536115"/>
                  <a:ext cx="94945" cy="94946"/>
                  <a:chOff x="9645396" y="1536115"/>
                  <a:chExt cx="94945" cy="94946"/>
                </a:xfrm>
              </p:grpSpPr>
              <p:sp>
                <p:nvSpPr>
                  <p:cNvPr id="1088" name="Google Shape;1088;p32">
                    <a:extLst>
                      <a:ext uri="{FF2B5EF4-FFF2-40B4-BE49-F238E27FC236}">
                        <a16:creationId xmlns:a16="http://schemas.microsoft.com/office/drawing/2014/main" id="{F594231C-D2AF-63D0-BF0A-E61CA3173004}"/>
                      </a:ext>
                    </a:extLst>
                  </p:cNvPr>
                  <p:cNvSpPr/>
                  <p:nvPr/>
                </p:nvSpPr>
                <p:spPr>
                  <a:xfrm>
                    <a:off x="9645396" y="1588389"/>
                    <a:ext cx="42671" cy="426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671" h="42672" extrusionOk="0">
                        <a:moveTo>
                          <a:pt x="16764" y="31147"/>
                        </a:moveTo>
                        <a:lnTo>
                          <a:pt x="42672" y="5144"/>
                        </a:lnTo>
                        <a:lnTo>
                          <a:pt x="37529" y="0"/>
                        </a:lnTo>
                        <a:lnTo>
                          <a:pt x="11525" y="25908"/>
                        </a:lnTo>
                        <a:lnTo>
                          <a:pt x="6382" y="28765"/>
                        </a:lnTo>
                        <a:lnTo>
                          <a:pt x="0" y="38576"/>
                        </a:lnTo>
                        <a:lnTo>
                          <a:pt x="4096" y="42672"/>
                        </a:lnTo>
                        <a:lnTo>
                          <a:pt x="13906" y="36290"/>
                        </a:lnTo>
                        <a:lnTo>
                          <a:pt x="16764" y="31147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9" name="Google Shape;1089;p32">
                    <a:extLst>
                      <a:ext uri="{FF2B5EF4-FFF2-40B4-BE49-F238E27FC236}">
                        <a16:creationId xmlns:a16="http://schemas.microsoft.com/office/drawing/2014/main" id="{C608CD2D-567A-82B0-D015-1A5DC415E655}"/>
                      </a:ext>
                    </a:extLst>
                  </p:cNvPr>
                  <p:cNvSpPr/>
                  <p:nvPr/>
                </p:nvSpPr>
                <p:spPr>
                  <a:xfrm>
                    <a:off x="9674923" y="1536115"/>
                    <a:ext cx="65418" cy="654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418" h="65418" extrusionOk="0">
                        <a:moveTo>
                          <a:pt x="36576" y="54845"/>
                        </a:moveTo>
                        <a:lnTo>
                          <a:pt x="63246" y="28175"/>
                        </a:lnTo>
                        <a:cubicBezTo>
                          <a:pt x="64008" y="27413"/>
                          <a:pt x="64484" y="26461"/>
                          <a:pt x="64770" y="25413"/>
                        </a:cubicBezTo>
                        <a:cubicBezTo>
                          <a:pt x="65627" y="21794"/>
                          <a:pt x="66866" y="13602"/>
                          <a:pt x="59341" y="6077"/>
                        </a:cubicBezTo>
                        <a:cubicBezTo>
                          <a:pt x="51816" y="-1447"/>
                          <a:pt x="43625" y="-209"/>
                          <a:pt x="40005" y="648"/>
                        </a:cubicBezTo>
                        <a:cubicBezTo>
                          <a:pt x="38958" y="934"/>
                          <a:pt x="38005" y="1410"/>
                          <a:pt x="37243" y="2172"/>
                        </a:cubicBezTo>
                        <a:lnTo>
                          <a:pt x="10573" y="28842"/>
                        </a:lnTo>
                        <a:cubicBezTo>
                          <a:pt x="14669" y="32938"/>
                          <a:pt x="14669" y="39701"/>
                          <a:pt x="10573" y="43796"/>
                        </a:cubicBezTo>
                        <a:lnTo>
                          <a:pt x="8287" y="46082"/>
                        </a:lnTo>
                        <a:lnTo>
                          <a:pt x="4286" y="42082"/>
                        </a:lnTo>
                        <a:lnTo>
                          <a:pt x="0" y="46368"/>
                        </a:lnTo>
                        <a:lnTo>
                          <a:pt x="19050" y="65418"/>
                        </a:lnTo>
                        <a:lnTo>
                          <a:pt x="23336" y="61132"/>
                        </a:lnTo>
                        <a:lnTo>
                          <a:pt x="19336" y="57131"/>
                        </a:lnTo>
                        <a:lnTo>
                          <a:pt x="21622" y="54845"/>
                        </a:lnTo>
                        <a:cubicBezTo>
                          <a:pt x="25718" y="50750"/>
                          <a:pt x="32481" y="50750"/>
                          <a:pt x="36576" y="5484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90" name="Google Shape;1090;p32">
                  <a:extLst>
                    <a:ext uri="{FF2B5EF4-FFF2-40B4-BE49-F238E27FC236}">
                      <a16:creationId xmlns:a16="http://schemas.microsoft.com/office/drawing/2014/main" id="{3A33A31C-6730-8ED8-3E58-6E4D2DAE50AA}"/>
                    </a:ext>
                  </a:extLst>
                </p:cNvPr>
                <p:cNvGrpSpPr/>
                <p:nvPr/>
              </p:nvGrpSpPr>
              <p:grpSpPr>
                <a:xfrm>
                  <a:off x="9556578" y="1534618"/>
                  <a:ext cx="98773" cy="98921"/>
                  <a:chOff x="9556578" y="1534618"/>
                  <a:chExt cx="98773" cy="98921"/>
                </a:xfrm>
              </p:grpSpPr>
              <p:sp>
                <p:nvSpPr>
                  <p:cNvPr id="1091" name="Google Shape;1091;p32">
                    <a:extLst>
                      <a:ext uri="{FF2B5EF4-FFF2-40B4-BE49-F238E27FC236}">
                        <a16:creationId xmlns:a16="http://schemas.microsoft.com/office/drawing/2014/main" id="{54BFA93E-0AC6-1F7D-4B4D-38DF343C8C9F}"/>
                      </a:ext>
                    </a:extLst>
                  </p:cNvPr>
                  <p:cNvSpPr/>
                  <p:nvPr/>
                </p:nvSpPr>
                <p:spPr>
                  <a:xfrm>
                    <a:off x="9556578" y="1534618"/>
                    <a:ext cx="98773" cy="9892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8773" h="98921" extrusionOk="0">
                        <a:moveTo>
                          <a:pt x="40717" y="72440"/>
                        </a:moveTo>
                        <a:lnTo>
                          <a:pt x="72244" y="40912"/>
                        </a:lnTo>
                        <a:cubicBezTo>
                          <a:pt x="74149" y="39007"/>
                          <a:pt x="76721" y="38054"/>
                          <a:pt x="79388" y="38054"/>
                        </a:cubicBezTo>
                        <a:cubicBezTo>
                          <a:pt x="84341" y="38150"/>
                          <a:pt x="89389" y="36340"/>
                          <a:pt x="93199" y="32530"/>
                        </a:cubicBezTo>
                        <a:cubicBezTo>
                          <a:pt x="98247" y="27482"/>
                          <a:pt x="99866" y="20243"/>
                          <a:pt x="98057" y="13766"/>
                        </a:cubicBezTo>
                        <a:lnTo>
                          <a:pt x="88722" y="23100"/>
                        </a:lnTo>
                        <a:lnTo>
                          <a:pt x="78435" y="20338"/>
                        </a:lnTo>
                        <a:lnTo>
                          <a:pt x="75673" y="10051"/>
                        </a:lnTo>
                        <a:lnTo>
                          <a:pt x="85007" y="716"/>
                        </a:lnTo>
                        <a:cubicBezTo>
                          <a:pt x="78626" y="-1093"/>
                          <a:pt x="71482" y="526"/>
                          <a:pt x="66434" y="5574"/>
                        </a:cubicBezTo>
                        <a:cubicBezTo>
                          <a:pt x="62624" y="9384"/>
                          <a:pt x="60814" y="14432"/>
                          <a:pt x="60909" y="19385"/>
                        </a:cubicBezTo>
                        <a:cubicBezTo>
                          <a:pt x="60909" y="22052"/>
                          <a:pt x="59957" y="24624"/>
                          <a:pt x="58052" y="26529"/>
                        </a:cubicBezTo>
                        <a:lnTo>
                          <a:pt x="26524" y="58057"/>
                        </a:lnTo>
                        <a:cubicBezTo>
                          <a:pt x="24619" y="59962"/>
                          <a:pt x="22047" y="60914"/>
                          <a:pt x="19380" y="60914"/>
                        </a:cubicBezTo>
                        <a:cubicBezTo>
                          <a:pt x="14427" y="60819"/>
                          <a:pt x="9379" y="62629"/>
                          <a:pt x="5569" y="66439"/>
                        </a:cubicBezTo>
                        <a:cubicBezTo>
                          <a:pt x="-2146" y="74154"/>
                          <a:pt x="-1861" y="86918"/>
                          <a:pt x="6522" y="94252"/>
                        </a:cubicBezTo>
                        <a:cubicBezTo>
                          <a:pt x="13761" y="100634"/>
                          <a:pt x="24905" y="100443"/>
                          <a:pt x="32048" y="93871"/>
                        </a:cubicBezTo>
                        <a:cubicBezTo>
                          <a:pt x="36239" y="89966"/>
                          <a:pt x="38240" y="84632"/>
                          <a:pt x="38145" y="79393"/>
                        </a:cubicBezTo>
                        <a:cubicBezTo>
                          <a:pt x="38145" y="76821"/>
                          <a:pt x="39097" y="74249"/>
                          <a:pt x="41002" y="72440"/>
                        </a:cubicBezTo>
                        <a:close/>
                        <a:moveTo>
                          <a:pt x="16618" y="87965"/>
                        </a:moveTo>
                        <a:lnTo>
                          <a:pt x="10713" y="82060"/>
                        </a:lnTo>
                        <a:lnTo>
                          <a:pt x="12903" y="73964"/>
                        </a:lnTo>
                        <a:lnTo>
                          <a:pt x="21000" y="71773"/>
                        </a:lnTo>
                        <a:lnTo>
                          <a:pt x="26905" y="77678"/>
                        </a:lnTo>
                        <a:lnTo>
                          <a:pt x="24714" y="85775"/>
                        </a:lnTo>
                        <a:lnTo>
                          <a:pt x="16618" y="8796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92" name="Google Shape;1092;p32">
                    <a:extLst>
                      <a:ext uri="{FF2B5EF4-FFF2-40B4-BE49-F238E27FC236}">
                        <a16:creationId xmlns:a16="http://schemas.microsoft.com/office/drawing/2014/main" id="{909CE418-0529-3137-EB9E-C79A4C3417D7}"/>
                      </a:ext>
                    </a:extLst>
                  </p:cNvPr>
                  <p:cNvSpPr/>
                  <p:nvPr/>
                </p:nvSpPr>
                <p:spPr>
                  <a:xfrm>
                    <a:off x="9597270" y="1577125"/>
                    <a:ext cx="15573" cy="155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573" h="15573" extrusionOk="0">
                        <a:moveTo>
                          <a:pt x="786" y="14883"/>
                        </a:moveTo>
                        <a:lnTo>
                          <a:pt x="786" y="14883"/>
                        </a:lnTo>
                        <a:cubicBezTo>
                          <a:pt x="-262" y="13835"/>
                          <a:pt x="-262" y="12025"/>
                          <a:pt x="786" y="10882"/>
                        </a:cubicBezTo>
                        <a:lnTo>
                          <a:pt x="10882" y="786"/>
                        </a:lnTo>
                        <a:cubicBezTo>
                          <a:pt x="11930" y="-262"/>
                          <a:pt x="13740" y="-262"/>
                          <a:pt x="14788" y="786"/>
                        </a:cubicBezTo>
                        <a:lnTo>
                          <a:pt x="14788" y="786"/>
                        </a:lnTo>
                        <a:cubicBezTo>
                          <a:pt x="15835" y="1834"/>
                          <a:pt x="15835" y="3643"/>
                          <a:pt x="14788" y="4691"/>
                        </a:cubicBezTo>
                        <a:lnTo>
                          <a:pt x="4691" y="14788"/>
                        </a:lnTo>
                        <a:cubicBezTo>
                          <a:pt x="3643" y="15835"/>
                          <a:pt x="1834" y="15835"/>
                          <a:pt x="690" y="1478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grpSp>
        <p:nvGrpSpPr>
          <p:cNvPr id="1093" name="Google Shape;1093;p32">
            <a:extLst>
              <a:ext uri="{FF2B5EF4-FFF2-40B4-BE49-F238E27FC236}">
                <a16:creationId xmlns:a16="http://schemas.microsoft.com/office/drawing/2014/main" id="{E2BB19D5-E793-0B5A-E2F8-0B913D9FC7E2}"/>
              </a:ext>
            </a:extLst>
          </p:cNvPr>
          <p:cNvGrpSpPr/>
          <p:nvPr/>
        </p:nvGrpSpPr>
        <p:grpSpPr>
          <a:xfrm>
            <a:off x="254436" y="3695349"/>
            <a:ext cx="917374" cy="683570"/>
            <a:chOff x="1914620" y="1930431"/>
            <a:chExt cx="572929" cy="426911"/>
          </a:xfrm>
        </p:grpSpPr>
        <p:grpSp>
          <p:nvGrpSpPr>
            <p:cNvPr id="1094" name="Google Shape;1094;p32">
              <a:extLst>
                <a:ext uri="{FF2B5EF4-FFF2-40B4-BE49-F238E27FC236}">
                  <a16:creationId xmlns:a16="http://schemas.microsoft.com/office/drawing/2014/main" id="{A7D71458-DE06-EABF-C815-ECF0C0F6497A}"/>
                </a:ext>
              </a:extLst>
            </p:cNvPr>
            <p:cNvGrpSpPr/>
            <p:nvPr/>
          </p:nvGrpSpPr>
          <p:grpSpPr>
            <a:xfrm>
              <a:off x="1914620" y="1930431"/>
              <a:ext cx="572929" cy="426911"/>
              <a:chOff x="1914620" y="1930431"/>
              <a:chExt cx="572929" cy="426911"/>
            </a:xfrm>
          </p:grpSpPr>
          <p:sp>
            <p:nvSpPr>
              <p:cNvPr id="1095" name="Google Shape;1095;p32">
                <a:extLst>
                  <a:ext uri="{FF2B5EF4-FFF2-40B4-BE49-F238E27FC236}">
                    <a16:creationId xmlns:a16="http://schemas.microsoft.com/office/drawing/2014/main" id="{8EB1CB71-CDD9-6A78-76DE-78F976B74B22}"/>
                  </a:ext>
                </a:extLst>
              </p:cNvPr>
              <p:cNvSpPr/>
              <p:nvPr/>
            </p:nvSpPr>
            <p:spPr>
              <a:xfrm>
                <a:off x="2042160" y="1930431"/>
                <a:ext cx="445389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6" extrusionOk="0">
                    <a:moveTo>
                      <a:pt x="139065" y="7620"/>
                    </a:moveTo>
                    <a:lnTo>
                      <a:pt x="173355" y="41910"/>
                    </a:lnTo>
                    <a:cubicBezTo>
                      <a:pt x="178308" y="46863"/>
                      <a:pt x="185071" y="49721"/>
                      <a:pt x="192119" y="49721"/>
                    </a:cubicBezTo>
                    <a:lnTo>
                      <a:pt x="418910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10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6" name="Google Shape;1096;p32">
                <a:extLst>
                  <a:ext uri="{FF2B5EF4-FFF2-40B4-BE49-F238E27FC236}">
                    <a16:creationId xmlns:a16="http://schemas.microsoft.com/office/drawing/2014/main" id="{0F409B1A-28F0-C77D-F50A-F77245C59194}"/>
                  </a:ext>
                </a:extLst>
              </p:cNvPr>
              <p:cNvSpPr/>
              <p:nvPr/>
            </p:nvSpPr>
            <p:spPr>
              <a:xfrm>
                <a:off x="1978342" y="1994058"/>
                <a:ext cx="445389" cy="299465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5" extrusionOk="0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6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6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7" name="Google Shape;1097;p32">
                <a:extLst>
                  <a:ext uri="{FF2B5EF4-FFF2-40B4-BE49-F238E27FC236}">
                    <a16:creationId xmlns:a16="http://schemas.microsoft.com/office/drawing/2014/main" id="{97D832BE-7153-B3E1-A92B-8BF78F994860}"/>
                  </a:ext>
                </a:extLst>
              </p:cNvPr>
              <p:cNvSpPr/>
              <p:nvPr/>
            </p:nvSpPr>
            <p:spPr>
              <a:xfrm>
                <a:off x="1914620" y="2057876"/>
                <a:ext cx="445389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6" extrusionOk="0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98" name="Google Shape;1098;p32">
              <a:extLst>
                <a:ext uri="{FF2B5EF4-FFF2-40B4-BE49-F238E27FC236}">
                  <a16:creationId xmlns:a16="http://schemas.microsoft.com/office/drawing/2014/main" id="{51CC28C1-6EED-754E-B774-683D8FB17F43}"/>
                </a:ext>
              </a:extLst>
            </p:cNvPr>
            <p:cNvSpPr/>
            <p:nvPr/>
          </p:nvSpPr>
          <p:spPr>
            <a:xfrm>
              <a:off x="2024157" y="2180272"/>
              <a:ext cx="222980" cy="101917"/>
            </a:xfrm>
            <a:custGeom>
              <a:avLst/>
              <a:gdLst/>
              <a:ahLst/>
              <a:cxnLst/>
              <a:rect l="l" t="t" r="r" b="b"/>
              <a:pathLst>
                <a:path w="222980" h="101917" extrusionOk="0">
                  <a:moveTo>
                    <a:pt x="25051" y="45529"/>
                  </a:moveTo>
                  <a:lnTo>
                    <a:pt x="0" y="45529"/>
                  </a:lnTo>
                  <a:lnTo>
                    <a:pt x="0" y="56388"/>
                  </a:lnTo>
                  <a:lnTo>
                    <a:pt x="25051" y="56388"/>
                  </a:lnTo>
                  <a:lnTo>
                    <a:pt x="25051" y="45529"/>
                  </a:lnTo>
                  <a:close/>
                  <a:moveTo>
                    <a:pt x="115538" y="79153"/>
                  </a:moveTo>
                  <a:lnTo>
                    <a:pt x="184023" y="79153"/>
                  </a:lnTo>
                  <a:lnTo>
                    <a:pt x="184023" y="68294"/>
                  </a:lnTo>
                  <a:lnTo>
                    <a:pt x="115538" y="68294"/>
                  </a:lnTo>
                  <a:lnTo>
                    <a:pt x="115538" y="79153"/>
                  </a:lnTo>
                  <a:close/>
                  <a:moveTo>
                    <a:pt x="32766" y="56388"/>
                  </a:moveTo>
                  <a:lnTo>
                    <a:pt x="129730" y="56388"/>
                  </a:lnTo>
                  <a:lnTo>
                    <a:pt x="129730" y="45529"/>
                  </a:lnTo>
                  <a:lnTo>
                    <a:pt x="32766" y="45529"/>
                  </a:lnTo>
                  <a:lnTo>
                    <a:pt x="32766" y="56388"/>
                  </a:lnTo>
                  <a:close/>
                  <a:moveTo>
                    <a:pt x="184023" y="0"/>
                  </a:moveTo>
                  <a:lnTo>
                    <a:pt x="23908" y="0"/>
                  </a:lnTo>
                  <a:lnTo>
                    <a:pt x="23908" y="10858"/>
                  </a:lnTo>
                  <a:lnTo>
                    <a:pt x="184023" y="10858"/>
                  </a:lnTo>
                  <a:lnTo>
                    <a:pt x="184023" y="0"/>
                  </a:lnTo>
                  <a:close/>
                  <a:moveTo>
                    <a:pt x="47815" y="22765"/>
                  </a:moveTo>
                  <a:lnTo>
                    <a:pt x="0" y="22765"/>
                  </a:lnTo>
                  <a:lnTo>
                    <a:pt x="0" y="33623"/>
                  </a:lnTo>
                  <a:lnTo>
                    <a:pt x="47815" y="33623"/>
                  </a:lnTo>
                  <a:lnTo>
                    <a:pt x="47815" y="22765"/>
                  </a:lnTo>
                  <a:close/>
                  <a:moveTo>
                    <a:pt x="102584" y="68294"/>
                  </a:moveTo>
                  <a:lnTo>
                    <a:pt x="0" y="68294"/>
                  </a:lnTo>
                  <a:lnTo>
                    <a:pt x="0" y="79153"/>
                  </a:lnTo>
                  <a:lnTo>
                    <a:pt x="102584" y="79153"/>
                  </a:lnTo>
                  <a:lnTo>
                    <a:pt x="102584" y="68294"/>
                  </a:lnTo>
                  <a:close/>
                  <a:moveTo>
                    <a:pt x="146875" y="101918"/>
                  </a:moveTo>
                  <a:lnTo>
                    <a:pt x="195644" y="101918"/>
                  </a:lnTo>
                  <a:lnTo>
                    <a:pt x="195644" y="91059"/>
                  </a:lnTo>
                  <a:lnTo>
                    <a:pt x="146875" y="91059"/>
                  </a:lnTo>
                  <a:lnTo>
                    <a:pt x="146875" y="101918"/>
                  </a:lnTo>
                  <a:close/>
                  <a:moveTo>
                    <a:pt x="0" y="101918"/>
                  </a:moveTo>
                  <a:lnTo>
                    <a:pt x="62198" y="101918"/>
                  </a:lnTo>
                  <a:lnTo>
                    <a:pt x="62198" y="91059"/>
                  </a:lnTo>
                  <a:lnTo>
                    <a:pt x="0" y="91059"/>
                  </a:lnTo>
                  <a:lnTo>
                    <a:pt x="0" y="101918"/>
                  </a:lnTo>
                  <a:close/>
                  <a:moveTo>
                    <a:pt x="60769" y="33623"/>
                  </a:moveTo>
                  <a:lnTo>
                    <a:pt x="222980" y="33623"/>
                  </a:lnTo>
                  <a:lnTo>
                    <a:pt x="222980" y="22765"/>
                  </a:lnTo>
                  <a:lnTo>
                    <a:pt x="60769" y="22765"/>
                  </a:lnTo>
                  <a:lnTo>
                    <a:pt x="60769" y="33623"/>
                  </a:lnTo>
                  <a:close/>
                  <a:moveTo>
                    <a:pt x="190500" y="0"/>
                  </a:moveTo>
                  <a:lnTo>
                    <a:pt x="190500" y="10858"/>
                  </a:lnTo>
                  <a:lnTo>
                    <a:pt x="222980" y="10858"/>
                  </a:lnTo>
                  <a:lnTo>
                    <a:pt x="222980" y="0"/>
                  </a:lnTo>
                  <a:lnTo>
                    <a:pt x="190500" y="0"/>
                  </a:lnTo>
                  <a:close/>
                  <a:moveTo>
                    <a:pt x="137350" y="56388"/>
                  </a:moveTo>
                  <a:lnTo>
                    <a:pt x="222980" y="56388"/>
                  </a:lnTo>
                  <a:lnTo>
                    <a:pt x="222980" y="45529"/>
                  </a:lnTo>
                  <a:lnTo>
                    <a:pt x="137350" y="45529"/>
                  </a:lnTo>
                  <a:lnTo>
                    <a:pt x="137350" y="56388"/>
                  </a:lnTo>
                  <a:close/>
                  <a:moveTo>
                    <a:pt x="196882" y="79153"/>
                  </a:moveTo>
                  <a:lnTo>
                    <a:pt x="222885" y="79153"/>
                  </a:lnTo>
                  <a:lnTo>
                    <a:pt x="222885" y="68294"/>
                  </a:lnTo>
                  <a:lnTo>
                    <a:pt x="196882" y="68294"/>
                  </a:lnTo>
                  <a:lnTo>
                    <a:pt x="196882" y="79153"/>
                  </a:lnTo>
                  <a:close/>
                  <a:moveTo>
                    <a:pt x="75057" y="101918"/>
                  </a:moveTo>
                  <a:lnTo>
                    <a:pt x="139065" y="101918"/>
                  </a:lnTo>
                  <a:lnTo>
                    <a:pt x="139065" y="91059"/>
                  </a:lnTo>
                  <a:lnTo>
                    <a:pt x="75057" y="91059"/>
                  </a:lnTo>
                  <a:lnTo>
                    <a:pt x="75057" y="10191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985616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Google Shape;1306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Alexandria ExtraBold" pitchFamily="2" charset="-78"/>
                <a:cs typeface="Alexandria ExtraBold" pitchFamily="2" charset="-78"/>
              </a:rPr>
              <a:t>Tổng quan về mô hình</a:t>
            </a:r>
            <a:endParaRPr sz="2200">
              <a:latin typeface="Alexandria ExtraBold" pitchFamily="2" charset="-78"/>
              <a:cs typeface="Alexandria ExtraBold" pitchFamily="2" charset="-78"/>
            </a:endParaRPr>
          </a:p>
        </p:txBody>
      </p:sp>
      <p:sp>
        <p:nvSpPr>
          <p:cNvPr id="22" name="Google Shape;1151;p36">
            <a:extLst>
              <a:ext uri="{FF2B5EF4-FFF2-40B4-BE49-F238E27FC236}">
                <a16:creationId xmlns:a16="http://schemas.microsoft.com/office/drawing/2014/main" id="{047C6A14-CC29-4F76-8F25-B4D104636FEF}"/>
              </a:ext>
            </a:extLst>
          </p:cNvPr>
          <p:cNvSpPr txBox="1">
            <a:spLocks/>
          </p:cNvSpPr>
          <p:nvPr/>
        </p:nvSpPr>
        <p:spPr>
          <a:xfrm>
            <a:off x="1000465" y="2128216"/>
            <a:ext cx="2811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>
                <a:latin typeface="Alexandria Light" pitchFamily="2" charset="-78"/>
                <a:cs typeface="Alexandria Light" pitchFamily="2" charset="-78"/>
              </a:rPr>
              <a:t>Input: Ảnh thô (Ma trận pixel).</a:t>
            </a:r>
          </a:p>
        </p:txBody>
      </p:sp>
      <p:sp>
        <p:nvSpPr>
          <p:cNvPr id="26" name="Google Shape;1151;p36">
            <a:extLst>
              <a:ext uri="{FF2B5EF4-FFF2-40B4-BE49-F238E27FC236}">
                <a16:creationId xmlns:a16="http://schemas.microsoft.com/office/drawing/2014/main" id="{967288E0-BEB0-4C05-933B-3EF155FD2646}"/>
              </a:ext>
            </a:extLst>
          </p:cNvPr>
          <p:cNvSpPr txBox="1">
            <a:spLocks/>
          </p:cNvSpPr>
          <p:nvPr/>
        </p:nvSpPr>
        <p:spPr>
          <a:xfrm>
            <a:off x="720000" y="1401144"/>
            <a:ext cx="2811000" cy="69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>
                <a:latin typeface="Alexandria Light" pitchFamily="2" charset="-78"/>
                <a:cs typeface="Alexandria Light" pitchFamily="2" charset="-78"/>
              </a:rPr>
              <a:t>Luồng xử lý dữ liệu (Data Flow):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D95570-F7E9-4045-AECC-6F203D4C9D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3257" y="1401144"/>
            <a:ext cx="3756537" cy="3055493"/>
          </a:xfrm>
          <a:prstGeom prst="rect">
            <a:avLst/>
          </a:prstGeom>
        </p:spPr>
      </p:pic>
      <p:sp>
        <p:nvSpPr>
          <p:cNvPr id="9" name="Google Shape;1151;p36">
            <a:extLst>
              <a:ext uri="{FF2B5EF4-FFF2-40B4-BE49-F238E27FC236}">
                <a16:creationId xmlns:a16="http://schemas.microsoft.com/office/drawing/2014/main" id="{4A8D0F13-0CF3-438A-AB8F-425B264A7457}"/>
              </a:ext>
            </a:extLst>
          </p:cNvPr>
          <p:cNvSpPr txBox="1">
            <a:spLocks/>
          </p:cNvSpPr>
          <p:nvPr/>
        </p:nvSpPr>
        <p:spPr>
          <a:xfrm>
            <a:off x="1000465" y="2923085"/>
            <a:ext cx="3623574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q"/>
            </a:pPr>
            <a:r>
              <a:rPr lang="vi-VN">
                <a:latin typeface="Alexandria Light" pitchFamily="2" charset="-78"/>
                <a:cs typeface="Alexandria Light" pitchFamily="2" charset="-78"/>
              </a:rPr>
              <a:t>Feature Extraction (Trích xuất đặc trưng): Các lớp Conv2D + ReLU + Pooling.</a:t>
            </a:r>
            <a:endParaRPr lang="en-US">
              <a:latin typeface="Alexandria Light" pitchFamily="2" charset="-78"/>
              <a:cs typeface="Alexandria Light" pitchFamily="2" charset="-78"/>
            </a:endParaRPr>
          </a:p>
        </p:txBody>
      </p:sp>
      <p:sp>
        <p:nvSpPr>
          <p:cNvPr id="10" name="Google Shape;1151;p36">
            <a:extLst>
              <a:ext uri="{FF2B5EF4-FFF2-40B4-BE49-F238E27FC236}">
                <a16:creationId xmlns:a16="http://schemas.microsoft.com/office/drawing/2014/main" id="{A7323DAA-BBDE-4ABC-BA0F-7C41E62F91EF}"/>
              </a:ext>
            </a:extLst>
          </p:cNvPr>
          <p:cNvSpPr txBox="1">
            <a:spLocks/>
          </p:cNvSpPr>
          <p:nvPr/>
        </p:nvSpPr>
        <p:spPr>
          <a:xfrm>
            <a:off x="1000464" y="3525057"/>
            <a:ext cx="3467457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>
                <a:latin typeface="Alexandria Light" pitchFamily="2" charset="-78"/>
                <a:cs typeface="Alexandria Light" pitchFamily="2" charset="-78"/>
              </a:rPr>
              <a:t>Classification (Phân loại): Flatten -&gt; Dense Layers -&gt; Softmax.</a:t>
            </a:r>
          </a:p>
        </p:txBody>
      </p:sp>
    </p:spTree>
    <p:extLst>
      <p:ext uri="{BB962C8B-B14F-4D97-AF65-F5344CB8AC3E}">
        <p14:creationId xmlns:p14="http://schemas.microsoft.com/office/powerpoint/2010/main" val="20410740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Google Shape;1306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200">
                <a:latin typeface="Alexandria ExtraBold" pitchFamily="2" charset="-78"/>
                <a:cs typeface="Alexandria ExtraBold" pitchFamily="2" charset="-78"/>
              </a:rPr>
              <a:t>Lớp Convolution: Học Đặc Trưng Cục Bộ</a:t>
            </a:r>
            <a:endParaRPr sz="2200">
              <a:latin typeface="Alexandria ExtraBold" pitchFamily="2" charset="-78"/>
              <a:cs typeface="Alexandria ExtraBold" pitchFamily="2" charset="-78"/>
            </a:endParaRPr>
          </a:p>
        </p:txBody>
      </p:sp>
      <p:sp>
        <p:nvSpPr>
          <p:cNvPr id="22" name="Google Shape;1151;p36">
            <a:extLst>
              <a:ext uri="{FF2B5EF4-FFF2-40B4-BE49-F238E27FC236}">
                <a16:creationId xmlns:a16="http://schemas.microsoft.com/office/drawing/2014/main" id="{047C6A14-CC29-4F76-8F25-B4D104636FEF}"/>
              </a:ext>
            </a:extLst>
          </p:cNvPr>
          <p:cNvSpPr txBox="1">
            <a:spLocks/>
          </p:cNvSpPr>
          <p:nvPr/>
        </p:nvSpPr>
        <p:spPr>
          <a:xfrm>
            <a:off x="720000" y="2127435"/>
            <a:ext cx="3686765" cy="46980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>
                <a:latin typeface="Alexandria Light" pitchFamily="2" charset="-78"/>
                <a:cs typeface="Alexandria Light" pitchFamily="2" charset="-78"/>
              </a:rPr>
              <a:t>Thành phần chính - Kernel (Bộ lọc):</a:t>
            </a:r>
          </a:p>
        </p:txBody>
      </p:sp>
      <p:sp>
        <p:nvSpPr>
          <p:cNvPr id="26" name="Google Shape;1151;p36">
            <a:extLst>
              <a:ext uri="{FF2B5EF4-FFF2-40B4-BE49-F238E27FC236}">
                <a16:creationId xmlns:a16="http://schemas.microsoft.com/office/drawing/2014/main" id="{967288E0-BEB0-4C05-933B-3EF155FD2646}"/>
              </a:ext>
            </a:extLst>
          </p:cNvPr>
          <p:cNvSpPr txBox="1">
            <a:spLocks/>
          </p:cNvSpPr>
          <p:nvPr/>
        </p:nvSpPr>
        <p:spPr>
          <a:xfrm>
            <a:off x="720000" y="1429635"/>
            <a:ext cx="3456306" cy="69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vi-VN">
                <a:latin typeface="Alexandria Light" pitchFamily="2" charset="-78"/>
                <a:cs typeface="Alexandria Light" pitchFamily="2" charset="-78"/>
              </a:rPr>
              <a:t>Chức năng: Trích xuất đặc trưng cục bộ (Local Features).</a:t>
            </a:r>
            <a:endParaRPr lang="en-US">
              <a:latin typeface="Alexandria Light" pitchFamily="2" charset="-78"/>
              <a:cs typeface="Alexandria Light" pitchFamily="2" charset="-78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A4CA61-2180-42A2-9C73-E0817BE845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67558" y="1429635"/>
            <a:ext cx="3667564" cy="2526035"/>
          </a:xfrm>
          <a:prstGeom prst="roundRect">
            <a:avLst>
              <a:gd name="adj" fmla="val 23142"/>
            </a:avLst>
          </a:prstGeom>
        </p:spPr>
      </p:pic>
      <p:sp>
        <p:nvSpPr>
          <p:cNvPr id="9" name="Google Shape;1151;p36">
            <a:extLst>
              <a:ext uri="{FF2B5EF4-FFF2-40B4-BE49-F238E27FC236}">
                <a16:creationId xmlns:a16="http://schemas.microsoft.com/office/drawing/2014/main" id="{7E2DFD7F-1095-452D-8305-B6B6C9F1A013}"/>
              </a:ext>
            </a:extLst>
          </p:cNvPr>
          <p:cNvSpPr txBox="1">
            <a:spLocks/>
          </p:cNvSpPr>
          <p:nvPr/>
        </p:nvSpPr>
        <p:spPr>
          <a:xfrm>
            <a:off x="1000464" y="2758067"/>
            <a:ext cx="4067094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q"/>
            </a:pPr>
            <a:r>
              <a:rPr lang="vi-VN">
                <a:latin typeface="Alexandria Light" pitchFamily="2" charset="-78"/>
                <a:cs typeface="Alexandria Light" pitchFamily="2" charset="-78"/>
              </a:rPr>
              <a:t>Ma trận trọng số nhỏ (ví dụ: </a:t>
            </a:r>
            <a:r>
              <a:rPr lang="en-US">
                <a:latin typeface="Alexandria Light" pitchFamily="2" charset="-78"/>
                <a:cs typeface="Alexandria Light" pitchFamily="2" charset="-78"/>
              </a:rPr>
              <a:t>3x3) </a:t>
            </a:r>
            <a:r>
              <a:rPr lang="vi-VN">
                <a:latin typeface="Alexandria Light" pitchFamily="2" charset="-78"/>
                <a:cs typeface="Alexandria Light" pitchFamily="2" charset="-78"/>
              </a:rPr>
              <a:t>trượt qua toàn bộ ảnh.</a:t>
            </a:r>
            <a:endParaRPr lang="en-US">
              <a:latin typeface="Alexandria Light" pitchFamily="2" charset="-78"/>
              <a:cs typeface="Alexandria Light" pitchFamily="2" charset="-78"/>
            </a:endParaRPr>
          </a:p>
        </p:txBody>
      </p:sp>
      <p:sp>
        <p:nvSpPr>
          <p:cNvPr id="10" name="Google Shape;1151;p36">
            <a:extLst>
              <a:ext uri="{FF2B5EF4-FFF2-40B4-BE49-F238E27FC236}">
                <a16:creationId xmlns:a16="http://schemas.microsoft.com/office/drawing/2014/main" id="{3BBC5F9B-A5DE-45AE-A05C-1926B0FE42B7}"/>
              </a:ext>
            </a:extLst>
          </p:cNvPr>
          <p:cNvSpPr txBox="1">
            <a:spLocks/>
          </p:cNvSpPr>
          <p:nvPr/>
        </p:nvSpPr>
        <p:spPr>
          <a:xfrm>
            <a:off x="1000464" y="3543800"/>
            <a:ext cx="4067094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q"/>
            </a:pPr>
            <a:r>
              <a:rPr lang="vi-VN">
                <a:latin typeface="Alexandria Light" pitchFamily="2" charset="-78"/>
                <a:cs typeface="Alexandria Light" pitchFamily="2" charset="-78"/>
              </a:rPr>
              <a:t>Thực hiện phép nhân tích chập để tạo ra Feature Map.</a:t>
            </a:r>
            <a:endParaRPr lang="en-US">
              <a:latin typeface="Alexandria Light" pitchFamily="2" charset="-78"/>
              <a:cs typeface="Alexandria Light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7665102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Google Shape;1306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Alexandria ExtraBold" pitchFamily="2" charset="-78"/>
                <a:cs typeface="Alexandria ExtraBold" pitchFamily="2" charset="-78"/>
              </a:rPr>
              <a:t>Lớp Dense (Fully Connected)</a:t>
            </a:r>
            <a:endParaRPr sz="2200">
              <a:latin typeface="Alexandria ExtraBold" pitchFamily="2" charset="-78"/>
              <a:cs typeface="Alexandria ExtraBold" pitchFamily="2" charset="-78"/>
            </a:endParaRPr>
          </a:p>
        </p:txBody>
      </p:sp>
      <p:sp>
        <p:nvSpPr>
          <p:cNvPr id="22" name="Google Shape;1151;p36">
            <a:extLst>
              <a:ext uri="{FF2B5EF4-FFF2-40B4-BE49-F238E27FC236}">
                <a16:creationId xmlns:a16="http://schemas.microsoft.com/office/drawing/2014/main" id="{047C6A14-CC29-4F76-8F25-B4D104636FEF}"/>
              </a:ext>
            </a:extLst>
          </p:cNvPr>
          <p:cNvSpPr txBox="1">
            <a:spLocks/>
          </p:cNvSpPr>
          <p:nvPr/>
        </p:nvSpPr>
        <p:spPr>
          <a:xfrm>
            <a:off x="4796442" y="2033641"/>
            <a:ext cx="3686765" cy="46980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>
                <a:latin typeface="Alexandria Light" pitchFamily="2" charset="-78"/>
                <a:cs typeface="Alexandria Light" pitchFamily="2" charset="-78"/>
              </a:rPr>
              <a:t>Quy trình:</a:t>
            </a:r>
          </a:p>
        </p:txBody>
      </p:sp>
      <p:sp>
        <p:nvSpPr>
          <p:cNvPr id="26" name="Google Shape;1151;p36">
            <a:extLst>
              <a:ext uri="{FF2B5EF4-FFF2-40B4-BE49-F238E27FC236}">
                <a16:creationId xmlns:a16="http://schemas.microsoft.com/office/drawing/2014/main" id="{967288E0-BEB0-4C05-933B-3EF155FD2646}"/>
              </a:ext>
            </a:extLst>
          </p:cNvPr>
          <p:cNvSpPr txBox="1">
            <a:spLocks/>
          </p:cNvSpPr>
          <p:nvPr/>
        </p:nvSpPr>
        <p:spPr>
          <a:xfrm>
            <a:off x="4796442" y="1429635"/>
            <a:ext cx="3456306" cy="69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vi-VN">
                <a:latin typeface="Alexandria Light" pitchFamily="2" charset="-78"/>
                <a:cs typeface="Alexandria Light" pitchFamily="2" charset="-78"/>
              </a:rPr>
              <a:t>Vị trí: Nằm ở cuối mạng, sau khi đã trích xuất xong đặc trưng.</a:t>
            </a:r>
            <a:endParaRPr lang="en-US">
              <a:latin typeface="Alexandria Light" pitchFamily="2" charset="-78"/>
              <a:cs typeface="Alexandria Light" pitchFamily="2" charset="-78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A4CA61-2180-42A2-9C73-E0817BE8456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36" r="411"/>
          <a:stretch/>
        </p:blipFill>
        <p:spPr>
          <a:xfrm>
            <a:off x="489541" y="1826872"/>
            <a:ext cx="3776546" cy="2036866"/>
          </a:xfrm>
          <a:prstGeom prst="roundRect">
            <a:avLst>
              <a:gd name="adj" fmla="val 6661"/>
            </a:avLst>
          </a:prstGeom>
        </p:spPr>
      </p:pic>
      <p:sp>
        <p:nvSpPr>
          <p:cNvPr id="9" name="Google Shape;1151;p36">
            <a:extLst>
              <a:ext uri="{FF2B5EF4-FFF2-40B4-BE49-F238E27FC236}">
                <a16:creationId xmlns:a16="http://schemas.microsoft.com/office/drawing/2014/main" id="{7E2DFD7F-1095-452D-8305-B6B6C9F1A013}"/>
              </a:ext>
            </a:extLst>
          </p:cNvPr>
          <p:cNvSpPr txBox="1">
            <a:spLocks/>
          </p:cNvSpPr>
          <p:nvPr/>
        </p:nvSpPr>
        <p:spPr>
          <a:xfrm>
            <a:off x="5076906" y="2599514"/>
            <a:ext cx="4067094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q"/>
            </a:pPr>
            <a:r>
              <a:rPr lang="vi-VN">
                <a:latin typeface="Alexandria Light" pitchFamily="2" charset="-78"/>
                <a:cs typeface="Alexandria Light" pitchFamily="2" charset="-78"/>
              </a:rPr>
              <a:t>Flatten: Duỗi thẳng các Feature Map 3D thành vector 1D.</a:t>
            </a:r>
            <a:endParaRPr lang="en-US">
              <a:latin typeface="Alexandria Light" pitchFamily="2" charset="-78"/>
              <a:cs typeface="Alexandria Light" pitchFamily="2" charset="-78"/>
            </a:endParaRPr>
          </a:p>
        </p:txBody>
      </p:sp>
      <p:sp>
        <p:nvSpPr>
          <p:cNvPr id="10" name="Google Shape;1151;p36">
            <a:extLst>
              <a:ext uri="{FF2B5EF4-FFF2-40B4-BE49-F238E27FC236}">
                <a16:creationId xmlns:a16="http://schemas.microsoft.com/office/drawing/2014/main" id="{3BBC5F9B-A5DE-45AE-A05C-1926B0FE42B7}"/>
              </a:ext>
            </a:extLst>
          </p:cNvPr>
          <p:cNvSpPr txBox="1">
            <a:spLocks/>
          </p:cNvSpPr>
          <p:nvPr/>
        </p:nvSpPr>
        <p:spPr>
          <a:xfrm>
            <a:off x="5076906" y="3233009"/>
            <a:ext cx="4067094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q"/>
            </a:pPr>
            <a:r>
              <a:rPr lang="vi-VN">
                <a:latin typeface="Alexandria Light" pitchFamily="2" charset="-78"/>
                <a:cs typeface="Alexandria Light" pitchFamily="2" charset="-78"/>
              </a:rPr>
              <a:t>Dense: Các nơ-ron kết nối toàn bộ với lớp trước để nhìn thấy bức tranh toàn cảnh</a:t>
            </a:r>
            <a:endParaRPr lang="en-US">
              <a:latin typeface="Alexandria Light" pitchFamily="2" charset="-78"/>
              <a:cs typeface="Alexandria Light" pitchFamily="2" charset="-78"/>
            </a:endParaRPr>
          </a:p>
        </p:txBody>
      </p:sp>
      <p:sp>
        <p:nvSpPr>
          <p:cNvPr id="8" name="Google Shape;1151;p36">
            <a:extLst>
              <a:ext uri="{FF2B5EF4-FFF2-40B4-BE49-F238E27FC236}">
                <a16:creationId xmlns:a16="http://schemas.microsoft.com/office/drawing/2014/main" id="{EBE72CD6-95BE-46B3-9522-A35C129CDC63}"/>
              </a:ext>
            </a:extLst>
          </p:cNvPr>
          <p:cNvSpPr txBox="1">
            <a:spLocks/>
          </p:cNvSpPr>
          <p:nvPr/>
        </p:nvSpPr>
        <p:spPr>
          <a:xfrm>
            <a:off x="5076906" y="3863738"/>
            <a:ext cx="4067094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q"/>
            </a:pPr>
            <a:r>
              <a:rPr lang="vi-VN">
                <a:latin typeface="Alexandria Light" pitchFamily="2" charset="-78"/>
                <a:cs typeface="Alexandria Light" pitchFamily="2" charset="-78"/>
              </a:rPr>
              <a:t>Softmax/Output: Chuyển đổi giá trị đầu ra thành xác suất dự đoán</a:t>
            </a:r>
            <a:endParaRPr lang="en-US">
              <a:latin typeface="Alexandria Light" pitchFamily="2" charset="-78"/>
              <a:cs typeface="Alexandria Light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0225842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Google Shape;1306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200">
                <a:latin typeface="Alexandria ExtraBold" pitchFamily="2" charset="-78"/>
                <a:cs typeface="Alexandria ExtraBold" pitchFamily="2" charset="-78"/>
              </a:rPr>
              <a:t>Kỹ Thuật Ổn Định &amp; Tối Ưu</a:t>
            </a:r>
            <a:endParaRPr sz="2200">
              <a:latin typeface="Alexandria ExtraBold" pitchFamily="2" charset="-78"/>
              <a:cs typeface="Alexandria ExtraBold" pitchFamily="2" charset="-78"/>
            </a:endParaRPr>
          </a:p>
        </p:txBody>
      </p:sp>
      <p:sp>
        <p:nvSpPr>
          <p:cNvPr id="7" name="Google Shape;1151;p36">
            <a:extLst>
              <a:ext uri="{FF2B5EF4-FFF2-40B4-BE49-F238E27FC236}">
                <a16:creationId xmlns:a16="http://schemas.microsoft.com/office/drawing/2014/main" id="{78090E29-538B-4B26-A858-B35F9D4D3918}"/>
              </a:ext>
            </a:extLst>
          </p:cNvPr>
          <p:cNvSpPr txBox="1">
            <a:spLocks/>
          </p:cNvSpPr>
          <p:nvPr/>
        </p:nvSpPr>
        <p:spPr>
          <a:xfrm>
            <a:off x="720000" y="3351945"/>
            <a:ext cx="3911473" cy="69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vi-VN">
                <a:latin typeface="Alexandria Light" pitchFamily="2" charset="-78"/>
                <a:cs typeface="Alexandria Light" pitchFamily="2" charset="-78"/>
              </a:rPr>
              <a:t>Tác dụng: Tăng tốc hội tụ, giảm chi phí tính toán, tạo tính phi tuyến</a:t>
            </a:r>
            <a:r>
              <a:rPr lang="en-US">
                <a:latin typeface="Alexandria Light" pitchFamily="2" charset="-78"/>
                <a:cs typeface="Alexandria Light" pitchFamily="2" charset="-78"/>
              </a:rPr>
              <a:t>.</a:t>
            </a:r>
          </a:p>
        </p:txBody>
      </p:sp>
      <p:sp>
        <p:nvSpPr>
          <p:cNvPr id="9" name="Google Shape;1151;p36">
            <a:extLst>
              <a:ext uri="{FF2B5EF4-FFF2-40B4-BE49-F238E27FC236}">
                <a16:creationId xmlns:a16="http://schemas.microsoft.com/office/drawing/2014/main" id="{16B387BA-4133-4943-A4CA-DEFE35BCD21B}"/>
              </a:ext>
            </a:extLst>
          </p:cNvPr>
          <p:cNvSpPr txBox="1">
            <a:spLocks/>
          </p:cNvSpPr>
          <p:nvPr/>
        </p:nvSpPr>
        <p:spPr>
          <a:xfrm>
            <a:off x="720000" y="1956345"/>
            <a:ext cx="3852000" cy="69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vi-VN">
                <a:latin typeface="Alexandria Light" pitchFamily="2" charset="-78"/>
                <a:cs typeface="Alexandria Light" pitchFamily="2" charset="-78"/>
              </a:rPr>
              <a:t>Vấn đề: Các hàm cũ (Sigmoid/Tanh) gây ra biến mất đạo hàm (Gradient Vanishing) khi mạng sâu.</a:t>
            </a:r>
            <a:endParaRPr lang="en-US">
              <a:latin typeface="Alexandria Light" pitchFamily="2" charset="-78"/>
              <a:cs typeface="Alexandria Light" pitchFamily="2" charset="-78"/>
            </a:endParaRPr>
          </a:p>
        </p:txBody>
      </p:sp>
      <p:sp>
        <p:nvSpPr>
          <p:cNvPr id="11" name="Google Shape;956;p30">
            <a:extLst>
              <a:ext uri="{FF2B5EF4-FFF2-40B4-BE49-F238E27FC236}">
                <a16:creationId xmlns:a16="http://schemas.microsoft.com/office/drawing/2014/main" id="{E0C483BA-B779-4FAB-98E6-7A9D7038EED6}"/>
              </a:ext>
            </a:extLst>
          </p:cNvPr>
          <p:cNvSpPr txBox="1">
            <a:spLocks/>
          </p:cNvSpPr>
          <p:nvPr/>
        </p:nvSpPr>
        <p:spPr>
          <a:xfrm>
            <a:off x="1996640" y="1073175"/>
            <a:ext cx="1943458" cy="6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800" b="1">
                <a:latin typeface="Epilogue" panose="020B0604020202020204" charset="0"/>
              </a:rPr>
              <a:t>1. Hàm kích hoạt ReLU</a:t>
            </a:r>
          </a:p>
        </p:txBody>
      </p:sp>
      <p:sp>
        <p:nvSpPr>
          <p:cNvPr id="13" name="Google Shape;1151;p36">
            <a:extLst>
              <a:ext uri="{FF2B5EF4-FFF2-40B4-BE49-F238E27FC236}">
                <a16:creationId xmlns:a16="http://schemas.microsoft.com/office/drawing/2014/main" id="{44618F4A-9AC0-4B0C-8CB7-BCC412AE12A5}"/>
              </a:ext>
            </a:extLst>
          </p:cNvPr>
          <p:cNvSpPr txBox="1">
            <a:spLocks/>
          </p:cNvSpPr>
          <p:nvPr/>
        </p:nvSpPr>
        <p:spPr>
          <a:xfrm>
            <a:off x="705132" y="2654145"/>
            <a:ext cx="3911473" cy="69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vi-VN">
                <a:latin typeface="Alexandria Light" pitchFamily="2" charset="-78"/>
                <a:cs typeface="Alexandria Light" pitchFamily="2" charset="-78"/>
              </a:rPr>
              <a:t>Giải pháp: f(x) = max(0, x). Giữ nguyên giá trị dương, loại bỏ giá trị âm</a:t>
            </a:r>
            <a:endParaRPr lang="en-US">
              <a:latin typeface="Alexandria Light" pitchFamily="2" charset="-78"/>
              <a:cs typeface="Alexandria Light" pitchFamily="2" charset="-78"/>
            </a:endParaRPr>
          </a:p>
        </p:txBody>
      </p:sp>
      <p:sp>
        <p:nvSpPr>
          <p:cNvPr id="14" name="Google Shape;956;p30">
            <a:extLst>
              <a:ext uri="{FF2B5EF4-FFF2-40B4-BE49-F238E27FC236}">
                <a16:creationId xmlns:a16="http://schemas.microsoft.com/office/drawing/2014/main" id="{1C7F8F83-C774-4AC7-B5B6-F957CA7D74C4}"/>
              </a:ext>
            </a:extLst>
          </p:cNvPr>
          <p:cNvSpPr txBox="1">
            <a:spLocks/>
          </p:cNvSpPr>
          <p:nvPr/>
        </p:nvSpPr>
        <p:spPr>
          <a:xfrm>
            <a:off x="5875566" y="1102257"/>
            <a:ext cx="2748043" cy="6396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800" b="1">
                <a:latin typeface="Epilogue" panose="020B0604020202020204" charset="0"/>
              </a:rPr>
              <a:t>1. Batch Normalization</a:t>
            </a:r>
          </a:p>
        </p:txBody>
      </p:sp>
      <p:sp>
        <p:nvSpPr>
          <p:cNvPr id="25" name="Google Shape;1151;p36">
            <a:extLst>
              <a:ext uri="{FF2B5EF4-FFF2-40B4-BE49-F238E27FC236}">
                <a16:creationId xmlns:a16="http://schemas.microsoft.com/office/drawing/2014/main" id="{D78999A4-B243-4E41-B613-1242222963B9}"/>
              </a:ext>
            </a:extLst>
          </p:cNvPr>
          <p:cNvSpPr txBox="1">
            <a:spLocks/>
          </p:cNvSpPr>
          <p:nvPr/>
        </p:nvSpPr>
        <p:spPr>
          <a:xfrm>
            <a:off x="5232527" y="3592765"/>
            <a:ext cx="3911473" cy="69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vi-VN">
                <a:latin typeface="Alexandria Light" pitchFamily="2" charset="-78"/>
                <a:cs typeface="Alexandria Light" pitchFamily="2" charset="-78"/>
              </a:rPr>
              <a:t>Tác dụng: Giúp mạng học ổn định hơn, cho phép dùng Learning Rate lớn hơn.</a:t>
            </a:r>
            <a:endParaRPr lang="en-US">
              <a:latin typeface="Alexandria Light" pitchFamily="2" charset="-78"/>
              <a:cs typeface="Alexandria Light" pitchFamily="2" charset="-78"/>
            </a:endParaRPr>
          </a:p>
        </p:txBody>
      </p:sp>
      <p:sp>
        <p:nvSpPr>
          <p:cNvPr id="26" name="Google Shape;1151;p36">
            <a:extLst>
              <a:ext uri="{FF2B5EF4-FFF2-40B4-BE49-F238E27FC236}">
                <a16:creationId xmlns:a16="http://schemas.microsoft.com/office/drawing/2014/main" id="{083B5D50-ACEF-45B2-BE9C-BD07963A8497}"/>
              </a:ext>
            </a:extLst>
          </p:cNvPr>
          <p:cNvSpPr txBox="1">
            <a:spLocks/>
          </p:cNvSpPr>
          <p:nvPr/>
        </p:nvSpPr>
        <p:spPr>
          <a:xfrm>
            <a:off x="5232527" y="1956345"/>
            <a:ext cx="3852000" cy="69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vi-VN">
                <a:latin typeface="Alexandria Light" pitchFamily="2" charset="-78"/>
                <a:cs typeface="Alexandria Light" pitchFamily="2" charset="-78"/>
              </a:rPr>
              <a:t>Vấn đề: Sự thay đổi phân phối dữ liệu qua các lớp (Internal Covariate Shift).</a:t>
            </a:r>
            <a:endParaRPr lang="en-US">
              <a:latin typeface="Alexandria Light" pitchFamily="2" charset="-78"/>
              <a:cs typeface="Alexandria Light" pitchFamily="2" charset="-78"/>
            </a:endParaRPr>
          </a:p>
        </p:txBody>
      </p:sp>
      <p:sp>
        <p:nvSpPr>
          <p:cNvPr id="27" name="Google Shape;1151;p36">
            <a:extLst>
              <a:ext uri="{FF2B5EF4-FFF2-40B4-BE49-F238E27FC236}">
                <a16:creationId xmlns:a16="http://schemas.microsoft.com/office/drawing/2014/main" id="{87B10BC2-8E57-4517-ACD1-8804A56A8A69}"/>
              </a:ext>
            </a:extLst>
          </p:cNvPr>
          <p:cNvSpPr txBox="1">
            <a:spLocks/>
          </p:cNvSpPr>
          <p:nvPr/>
        </p:nvSpPr>
        <p:spPr>
          <a:xfrm>
            <a:off x="5217659" y="2850515"/>
            <a:ext cx="3911473" cy="69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vi-VN">
                <a:latin typeface="Alexandria Light" pitchFamily="2" charset="-78"/>
                <a:cs typeface="Alexandria Light" pitchFamily="2" charset="-78"/>
              </a:rPr>
              <a:t>Giải pháp: Chuẩn hóa đầu ra của lớp Conv về dạng phân phối chuẩn (mean=0, variance=1) trước khi vào Activation.</a:t>
            </a:r>
            <a:endParaRPr lang="en-US">
              <a:latin typeface="Alexandria Light" pitchFamily="2" charset="-78"/>
              <a:cs typeface="Alexandria Light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7819240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Google Shape;1306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200">
                <a:latin typeface="Alexandria ExtraBold" pitchFamily="2" charset="-78"/>
                <a:cs typeface="Alexandria ExtraBold" pitchFamily="2" charset="-78"/>
              </a:rPr>
              <a:t>Thuật Toán Tối Ưu Hóa - Adam</a:t>
            </a:r>
            <a:endParaRPr sz="2200">
              <a:latin typeface="Alexandria ExtraBold" pitchFamily="2" charset="-78"/>
              <a:cs typeface="Alexandria ExtraBold" pitchFamily="2" charset="-78"/>
            </a:endParaRPr>
          </a:p>
        </p:txBody>
      </p:sp>
      <p:sp>
        <p:nvSpPr>
          <p:cNvPr id="26" name="Google Shape;1151;p36">
            <a:extLst>
              <a:ext uri="{FF2B5EF4-FFF2-40B4-BE49-F238E27FC236}">
                <a16:creationId xmlns:a16="http://schemas.microsoft.com/office/drawing/2014/main" id="{967288E0-BEB0-4C05-933B-3EF155FD2646}"/>
              </a:ext>
            </a:extLst>
          </p:cNvPr>
          <p:cNvSpPr txBox="1">
            <a:spLocks/>
          </p:cNvSpPr>
          <p:nvPr/>
        </p:nvSpPr>
        <p:spPr>
          <a:xfrm>
            <a:off x="4796442" y="1590906"/>
            <a:ext cx="3456306" cy="38784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>
                <a:latin typeface="Alexandria Light" pitchFamily="2" charset="-78"/>
                <a:cs typeface="Alexandria Light" pitchFamily="2" charset="-78"/>
              </a:rPr>
              <a:t>Nguyên lý hoạt động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A4CA61-2180-42A2-9C73-E0817BE8456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3" t="1691" r="781" b="4337"/>
          <a:stretch/>
        </p:blipFill>
        <p:spPr>
          <a:xfrm>
            <a:off x="431179" y="2295287"/>
            <a:ext cx="3769113" cy="1228498"/>
          </a:xfrm>
          <a:prstGeom prst="roundRect">
            <a:avLst>
              <a:gd name="adj" fmla="val 6661"/>
            </a:avLst>
          </a:prstGeom>
        </p:spPr>
      </p:pic>
      <p:sp>
        <p:nvSpPr>
          <p:cNvPr id="9" name="Google Shape;1151;p36">
            <a:extLst>
              <a:ext uri="{FF2B5EF4-FFF2-40B4-BE49-F238E27FC236}">
                <a16:creationId xmlns:a16="http://schemas.microsoft.com/office/drawing/2014/main" id="{7E2DFD7F-1095-452D-8305-B6B6C9F1A013}"/>
              </a:ext>
            </a:extLst>
          </p:cNvPr>
          <p:cNvSpPr txBox="1">
            <a:spLocks/>
          </p:cNvSpPr>
          <p:nvPr/>
        </p:nvSpPr>
        <p:spPr>
          <a:xfrm>
            <a:off x="5076906" y="2102271"/>
            <a:ext cx="4067094" cy="77257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q"/>
            </a:pPr>
            <a:r>
              <a:rPr lang="vi-VN">
                <a:latin typeface="Alexandria Light" pitchFamily="2" charset="-78"/>
                <a:cs typeface="Alexandria Light" pitchFamily="2" charset="-78"/>
              </a:rPr>
              <a:t>Momentum (Đà): Tích lũy vận tốc từ các bước trước để vượt qua điểm tắc (local minima).</a:t>
            </a:r>
            <a:endParaRPr lang="en-US">
              <a:latin typeface="Alexandria Light" pitchFamily="2" charset="-78"/>
              <a:cs typeface="Alexandria Light" pitchFamily="2" charset="-78"/>
            </a:endParaRPr>
          </a:p>
        </p:txBody>
      </p:sp>
      <p:sp>
        <p:nvSpPr>
          <p:cNvPr id="10" name="Google Shape;1151;p36">
            <a:extLst>
              <a:ext uri="{FF2B5EF4-FFF2-40B4-BE49-F238E27FC236}">
                <a16:creationId xmlns:a16="http://schemas.microsoft.com/office/drawing/2014/main" id="{3BBC5F9B-A5DE-45AE-A05C-1926B0FE42B7}"/>
              </a:ext>
            </a:extLst>
          </p:cNvPr>
          <p:cNvSpPr txBox="1">
            <a:spLocks/>
          </p:cNvSpPr>
          <p:nvPr/>
        </p:nvSpPr>
        <p:spPr>
          <a:xfrm>
            <a:off x="5076906" y="2840130"/>
            <a:ext cx="4067094" cy="77257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q"/>
            </a:pPr>
            <a:r>
              <a:rPr lang="vi-VN">
                <a:latin typeface="Alexandria Light" pitchFamily="2" charset="-78"/>
                <a:cs typeface="Alexandria Light" pitchFamily="2" charset="-78"/>
              </a:rPr>
              <a:t>RMSProp: Học nhanh ở các chiều ít biến động và chậm lại ở chiều biến động mạnh.</a:t>
            </a:r>
            <a:endParaRPr lang="en-US">
              <a:latin typeface="Alexandria Light" pitchFamily="2" charset="-78"/>
              <a:cs typeface="Alexandria Light" pitchFamily="2" charset="-78"/>
            </a:endParaRPr>
          </a:p>
        </p:txBody>
      </p:sp>
      <p:sp>
        <p:nvSpPr>
          <p:cNvPr id="11" name="Google Shape;1151;p36">
            <a:extLst>
              <a:ext uri="{FF2B5EF4-FFF2-40B4-BE49-F238E27FC236}">
                <a16:creationId xmlns:a16="http://schemas.microsoft.com/office/drawing/2014/main" id="{B7BDC1DD-8B3E-4FE9-963D-9360699CA592}"/>
              </a:ext>
            </a:extLst>
          </p:cNvPr>
          <p:cNvSpPr txBox="1">
            <a:spLocks/>
          </p:cNvSpPr>
          <p:nvPr/>
        </p:nvSpPr>
        <p:spPr>
          <a:xfrm>
            <a:off x="4796441" y="3765796"/>
            <a:ext cx="4280651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vi-VN">
                <a:latin typeface="Alexandria Light" pitchFamily="2" charset="-78"/>
                <a:cs typeface="Alexandria Light" pitchFamily="2" charset="-78"/>
              </a:rPr>
              <a:t>Ưu điểm: Hội tụ nhanh, ổn định, ít cần tinh chỉnh tham số thủ công.</a:t>
            </a:r>
            <a:endParaRPr lang="en-US">
              <a:latin typeface="Alexandria Light" pitchFamily="2" charset="-78"/>
              <a:cs typeface="Alexandria Light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2817099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Google Shape;1306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Alexandria ExtraBold" pitchFamily="2" charset="-78"/>
                <a:cs typeface="Alexandria ExtraBold" pitchFamily="2" charset="-78"/>
              </a:rPr>
              <a:t>Hàm Mất Mát (Loss Function)</a:t>
            </a:r>
            <a:endParaRPr sz="2200">
              <a:latin typeface="Alexandria ExtraBold" pitchFamily="2" charset="-78"/>
              <a:cs typeface="Alexandria ExtraBold" pitchFamily="2" charset="-78"/>
            </a:endParaRPr>
          </a:p>
        </p:txBody>
      </p:sp>
      <p:sp>
        <p:nvSpPr>
          <p:cNvPr id="26" name="Google Shape;1151;p36">
            <a:extLst>
              <a:ext uri="{FF2B5EF4-FFF2-40B4-BE49-F238E27FC236}">
                <a16:creationId xmlns:a16="http://schemas.microsoft.com/office/drawing/2014/main" id="{967288E0-BEB0-4C05-933B-3EF155FD2646}"/>
              </a:ext>
            </a:extLst>
          </p:cNvPr>
          <p:cNvSpPr txBox="1">
            <a:spLocks/>
          </p:cNvSpPr>
          <p:nvPr/>
        </p:nvSpPr>
        <p:spPr>
          <a:xfrm>
            <a:off x="4796442" y="1181405"/>
            <a:ext cx="3456306" cy="38784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>
                <a:latin typeface="Alexandria Light" pitchFamily="2" charset="-78"/>
                <a:cs typeface="Alexandria Light" pitchFamily="2" charset="-78"/>
              </a:rPr>
              <a:t>Công thức: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A4CA61-2180-42A2-9C73-E0817BE8456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3" t="1691" r="781" b="4337"/>
          <a:stretch/>
        </p:blipFill>
        <p:spPr>
          <a:xfrm>
            <a:off x="431179" y="1957501"/>
            <a:ext cx="3769113" cy="1228498"/>
          </a:xfrm>
          <a:prstGeom prst="roundRect">
            <a:avLst>
              <a:gd name="adj" fmla="val 6661"/>
            </a:avLst>
          </a:prstGeom>
        </p:spPr>
      </p:pic>
      <p:sp>
        <p:nvSpPr>
          <p:cNvPr id="10" name="Google Shape;1151;p36">
            <a:extLst>
              <a:ext uri="{FF2B5EF4-FFF2-40B4-BE49-F238E27FC236}">
                <a16:creationId xmlns:a16="http://schemas.microsoft.com/office/drawing/2014/main" id="{3BBC5F9B-A5DE-45AE-A05C-1926B0FE42B7}"/>
              </a:ext>
            </a:extLst>
          </p:cNvPr>
          <p:cNvSpPr txBox="1">
            <a:spLocks/>
          </p:cNvSpPr>
          <p:nvPr/>
        </p:nvSpPr>
        <p:spPr>
          <a:xfrm>
            <a:off x="5076906" y="2426953"/>
            <a:ext cx="4067094" cy="77257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q"/>
            </a:pPr>
            <a:r>
              <a:rPr lang="vi-VN">
                <a:latin typeface="Alexandria Light" pitchFamily="2" charset="-78"/>
                <a:cs typeface="Alexandria Light" pitchFamily="2" charset="-78"/>
              </a:rPr>
              <a:t>Đo lường khoảng cách giữa phân phối xác suất dự đoán và thực tế.</a:t>
            </a:r>
            <a:endParaRPr lang="en-US">
              <a:latin typeface="Alexandria Light" pitchFamily="2" charset="-78"/>
              <a:cs typeface="Alexandria Light" pitchFamily="2" charset="-7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Google Shape;1151;p36">
                <a:extLst>
                  <a:ext uri="{FF2B5EF4-FFF2-40B4-BE49-F238E27FC236}">
                    <a16:creationId xmlns:a16="http://schemas.microsoft.com/office/drawing/2014/main" id="{B10DB528-071D-47F6-AA55-BC11B578F53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076906" y="1313072"/>
                <a:ext cx="3456306" cy="818534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b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cs typeface="Alexandria Light" pitchFamily="2" charset="-78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Alexandria Light" pitchFamily="2" charset="-78"/>
                        </a:rPr>
                        <m:t>=− 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Alexandria Light" pitchFamily="2" charset="-78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cs typeface="Alexandria Light" pitchFamily="2" charset="-78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Alexandria Light" pitchFamily="2" charset="-78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cs typeface="Alexandria Light" pitchFamily="2" charset="-78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cs typeface="Alexandria Light" pitchFamily="2" charset="-78"/>
                            </a:rPr>
                            <m:t>𝐶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Alexandria Light" pitchFamily="2" charset="-78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Alexandria Light" pitchFamily="2" charset="-78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Alexandria Light" pitchFamily="2" charset="-78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lexandria Light" pitchFamily="2" charset="-78"/>
                            </a:rPr>
                            <m:t>∙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lexandria Light" pitchFamily="2" charset="-78"/>
                            </a:rPr>
                            <m:t>log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lexandria Light" pitchFamily="2" charset="-78"/>
                            </a:rPr>
                            <m:t>⁡(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lexandria Light" pitchFamily="2" charset="-78"/>
                                </a:rPr>
                              </m:ctrlPr>
                            </m:sSubPr>
                            <m:e>
                              <m:r>
                                <a:rPr lang="cy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lexandria Light" pitchFamily="2" charset="-78"/>
                                </a:rPr>
                                <m:t>ŷ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lexandria Light" pitchFamily="2" charset="-78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lexandria Light" pitchFamily="2" charset="-78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lexandria Light" pitchFamily="2" charset="-78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>
                  <a:latin typeface="Alexandria Light" pitchFamily="2" charset="-78"/>
                  <a:cs typeface="Alexandria Light" pitchFamily="2" charset="-78"/>
                </a:endParaRPr>
              </a:p>
            </p:txBody>
          </p:sp>
        </mc:Choice>
        <mc:Fallback xmlns="">
          <p:sp>
            <p:nvSpPr>
              <p:cNvPr id="12" name="Google Shape;1151;p36">
                <a:extLst>
                  <a:ext uri="{FF2B5EF4-FFF2-40B4-BE49-F238E27FC236}">
                    <a16:creationId xmlns:a16="http://schemas.microsoft.com/office/drawing/2014/main" id="{B10DB528-071D-47F6-AA55-BC11B578F5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6906" y="1313072"/>
                <a:ext cx="3456306" cy="81853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Google Shape;1151;p36">
            <a:extLst>
              <a:ext uri="{FF2B5EF4-FFF2-40B4-BE49-F238E27FC236}">
                <a16:creationId xmlns:a16="http://schemas.microsoft.com/office/drawing/2014/main" id="{A7244B21-C42C-485B-B378-92E9F256F840}"/>
              </a:ext>
            </a:extLst>
          </p:cNvPr>
          <p:cNvSpPr txBox="1">
            <a:spLocks/>
          </p:cNvSpPr>
          <p:nvPr/>
        </p:nvSpPr>
        <p:spPr>
          <a:xfrm>
            <a:off x="4796442" y="2183905"/>
            <a:ext cx="3456306" cy="38784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>
                <a:latin typeface="Alexandria Light" pitchFamily="2" charset="-78"/>
                <a:cs typeface="Alexandria Light" pitchFamily="2" charset="-78"/>
              </a:rPr>
              <a:t>Cơ chế phạt:</a:t>
            </a:r>
          </a:p>
        </p:txBody>
      </p:sp>
      <p:sp>
        <p:nvSpPr>
          <p:cNvPr id="14" name="Google Shape;1151;p36">
            <a:extLst>
              <a:ext uri="{FF2B5EF4-FFF2-40B4-BE49-F238E27FC236}">
                <a16:creationId xmlns:a16="http://schemas.microsoft.com/office/drawing/2014/main" id="{6ACE4206-CB3A-4E0B-8ECE-E77E03C23F39}"/>
              </a:ext>
            </a:extLst>
          </p:cNvPr>
          <p:cNvSpPr txBox="1">
            <a:spLocks/>
          </p:cNvSpPr>
          <p:nvPr/>
        </p:nvSpPr>
        <p:spPr>
          <a:xfrm>
            <a:off x="5076906" y="3256730"/>
            <a:ext cx="4067094" cy="77257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q"/>
            </a:pPr>
            <a:r>
              <a:rPr lang="vi-VN">
                <a:latin typeface="Alexandria Light" pitchFamily="2" charset="-78"/>
                <a:cs typeface="Alexandria Light" pitchFamily="2" charset="-78"/>
              </a:rPr>
              <a:t>Nếu mô hình dự đoán sai với độ tin cậy cao </a:t>
            </a:r>
            <a:r>
              <a:rPr lang="en-US">
                <a:latin typeface="Alexandria Light" pitchFamily="2" charset="-78"/>
                <a:cs typeface="Alexandria Light" pitchFamily="2" charset="-78"/>
              </a:rPr>
              <a:t>-&gt; </a:t>
            </a:r>
            <a:r>
              <a:rPr lang="vi-VN">
                <a:latin typeface="Alexandria Light" pitchFamily="2" charset="-78"/>
                <a:cs typeface="Alexandria Light" pitchFamily="2" charset="-78"/>
              </a:rPr>
              <a:t>Loss tăng vọt </a:t>
            </a:r>
            <a:r>
              <a:rPr lang="en-US">
                <a:latin typeface="Alexandria Light" pitchFamily="2" charset="-78"/>
                <a:cs typeface="Alexandria Light" pitchFamily="2" charset="-78"/>
              </a:rPr>
              <a:t>-&gt; </a:t>
            </a:r>
            <a:r>
              <a:rPr lang="vi-VN">
                <a:latin typeface="Alexandria Light" pitchFamily="2" charset="-78"/>
                <a:cs typeface="Alexandria Light" pitchFamily="2" charset="-78"/>
              </a:rPr>
              <a:t>Phạt nặng để mô hình sửa lỗi.</a:t>
            </a:r>
            <a:endParaRPr lang="en-US">
              <a:latin typeface="Alexandria Light" pitchFamily="2" charset="-78"/>
              <a:cs typeface="Alexandria Light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4224998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Google Shape;1306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Alexandria ExtraBold" pitchFamily="2" charset="-78"/>
                <a:cs typeface="Alexandria ExtraBold" pitchFamily="2" charset="-78"/>
              </a:rPr>
              <a:t>Các hàm callbacks</a:t>
            </a:r>
            <a:endParaRPr sz="2200">
              <a:latin typeface="Alexandria ExtraBold" pitchFamily="2" charset="-78"/>
              <a:cs typeface="Alexandria ExtraBold" pitchFamily="2" charset="-78"/>
            </a:endParaRPr>
          </a:p>
        </p:txBody>
      </p:sp>
      <p:sp>
        <p:nvSpPr>
          <p:cNvPr id="22" name="Google Shape;1151;p36">
            <a:extLst>
              <a:ext uri="{FF2B5EF4-FFF2-40B4-BE49-F238E27FC236}">
                <a16:creationId xmlns:a16="http://schemas.microsoft.com/office/drawing/2014/main" id="{047C6A14-CC29-4F76-8F25-B4D104636FEF}"/>
              </a:ext>
            </a:extLst>
          </p:cNvPr>
          <p:cNvSpPr txBox="1">
            <a:spLocks/>
          </p:cNvSpPr>
          <p:nvPr/>
        </p:nvSpPr>
        <p:spPr>
          <a:xfrm>
            <a:off x="1000464" y="1081717"/>
            <a:ext cx="3891204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q"/>
            </a:pPr>
            <a:r>
              <a:rPr lang="vi-VN" sz="1300">
                <a:latin typeface="Alexandria Light" pitchFamily="2" charset="-78"/>
                <a:cs typeface="Alexandria Light" pitchFamily="2" charset="-78"/>
              </a:rPr>
              <a:t>Cơ chế: Theo dõi độ lỗi kiểm thử (val_loss).</a:t>
            </a:r>
            <a:endParaRPr lang="en-US" sz="1300">
              <a:latin typeface="Alexandria Light" pitchFamily="2" charset="-78"/>
              <a:cs typeface="Alexandria Light" pitchFamily="2" charset="-78"/>
            </a:endParaRPr>
          </a:p>
        </p:txBody>
      </p:sp>
      <p:sp>
        <p:nvSpPr>
          <p:cNvPr id="26" name="Google Shape;1151;p36">
            <a:extLst>
              <a:ext uri="{FF2B5EF4-FFF2-40B4-BE49-F238E27FC236}">
                <a16:creationId xmlns:a16="http://schemas.microsoft.com/office/drawing/2014/main" id="{967288E0-BEB0-4C05-933B-3EF155FD2646}"/>
              </a:ext>
            </a:extLst>
          </p:cNvPr>
          <p:cNvSpPr txBox="1">
            <a:spLocks/>
          </p:cNvSpPr>
          <p:nvPr/>
        </p:nvSpPr>
        <p:spPr>
          <a:xfrm>
            <a:off x="720000" y="1012828"/>
            <a:ext cx="2811000" cy="32541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300">
                <a:latin typeface="Alexandria Light" pitchFamily="2" charset="-78"/>
                <a:cs typeface="Alexandria Light" pitchFamily="2" charset="-78"/>
              </a:rPr>
              <a:t>1. EarlyStopping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D95570-F7E9-4045-AECC-6F203D4C9D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89716" y="1408114"/>
            <a:ext cx="3467458" cy="2540330"/>
          </a:xfrm>
          <a:prstGeom prst="roundRect">
            <a:avLst>
              <a:gd name="adj" fmla="val 7483"/>
            </a:avLst>
          </a:prstGeom>
        </p:spPr>
      </p:pic>
      <p:sp>
        <p:nvSpPr>
          <p:cNvPr id="9" name="Google Shape;1151;p36">
            <a:extLst>
              <a:ext uri="{FF2B5EF4-FFF2-40B4-BE49-F238E27FC236}">
                <a16:creationId xmlns:a16="http://schemas.microsoft.com/office/drawing/2014/main" id="{4A8D0F13-0CF3-438A-AB8F-425B264A7457}"/>
              </a:ext>
            </a:extLst>
          </p:cNvPr>
          <p:cNvSpPr txBox="1">
            <a:spLocks/>
          </p:cNvSpPr>
          <p:nvPr/>
        </p:nvSpPr>
        <p:spPr>
          <a:xfrm>
            <a:off x="1000463" y="1618443"/>
            <a:ext cx="4106795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q"/>
            </a:pPr>
            <a:r>
              <a:rPr lang="vi-VN" sz="1300">
                <a:latin typeface="Alexandria Light" pitchFamily="2" charset="-78"/>
                <a:cs typeface="Alexandria Light" pitchFamily="2" charset="-78"/>
              </a:rPr>
              <a:t>Hành động: Dừng training nếu sau 5 epochs val_loss không giảm.</a:t>
            </a:r>
            <a:endParaRPr lang="en-US" sz="1300">
              <a:latin typeface="Alexandria Light" pitchFamily="2" charset="-78"/>
              <a:cs typeface="Alexandria Light" pitchFamily="2" charset="-78"/>
            </a:endParaRPr>
          </a:p>
        </p:txBody>
      </p:sp>
      <p:sp>
        <p:nvSpPr>
          <p:cNvPr id="10" name="Google Shape;1151;p36">
            <a:extLst>
              <a:ext uri="{FF2B5EF4-FFF2-40B4-BE49-F238E27FC236}">
                <a16:creationId xmlns:a16="http://schemas.microsoft.com/office/drawing/2014/main" id="{A7323DAA-BBDE-4ABC-BA0F-7C41E62F91EF}"/>
              </a:ext>
            </a:extLst>
          </p:cNvPr>
          <p:cNvSpPr txBox="1">
            <a:spLocks/>
          </p:cNvSpPr>
          <p:nvPr/>
        </p:nvSpPr>
        <p:spPr>
          <a:xfrm>
            <a:off x="1000462" y="2091982"/>
            <a:ext cx="4210875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300">
                <a:latin typeface="Alexandria Light" pitchFamily="2" charset="-78"/>
                <a:cs typeface="Alexandria Light" pitchFamily="2" charset="-78"/>
              </a:rPr>
              <a:t>Mục đích: Ngăn chặn Overfitting (Học vẹt) và tiết kiệm thời gian.</a:t>
            </a:r>
          </a:p>
        </p:txBody>
      </p:sp>
      <p:sp>
        <p:nvSpPr>
          <p:cNvPr id="11" name="Google Shape;1151;p36">
            <a:extLst>
              <a:ext uri="{FF2B5EF4-FFF2-40B4-BE49-F238E27FC236}">
                <a16:creationId xmlns:a16="http://schemas.microsoft.com/office/drawing/2014/main" id="{14C7186A-ABD9-4C18-99CE-5F8D06B99ED4}"/>
              </a:ext>
            </a:extLst>
          </p:cNvPr>
          <p:cNvSpPr txBox="1">
            <a:spLocks/>
          </p:cNvSpPr>
          <p:nvPr/>
        </p:nvSpPr>
        <p:spPr>
          <a:xfrm>
            <a:off x="1000464" y="2966197"/>
            <a:ext cx="4389252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q"/>
            </a:pPr>
            <a:r>
              <a:rPr lang="vi-VN" sz="1300">
                <a:latin typeface="Alexandria Light" pitchFamily="2" charset="-78"/>
                <a:cs typeface="Alexandria Light" pitchFamily="2" charset="-78"/>
              </a:rPr>
              <a:t>Cơ chế: Nếu mô hình bị kẹt (loss không giảm sau 3 epochs).</a:t>
            </a:r>
            <a:endParaRPr lang="en-US" sz="1300">
              <a:latin typeface="Alexandria Light" pitchFamily="2" charset="-78"/>
              <a:cs typeface="Alexandria Light" pitchFamily="2" charset="-78"/>
            </a:endParaRPr>
          </a:p>
        </p:txBody>
      </p:sp>
      <p:sp>
        <p:nvSpPr>
          <p:cNvPr id="12" name="Google Shape;1151;p36">
            <a:extLst>
              <a:ext uri="{FF2B5EF4-FFF2-40B4-BE49-F238E27FC236}">
                <a16:creationId xmlns:a16="http://schemas.microsoft.com/office/drawing/2014/main" id="{E59E9C52-E6B2-4261-B09B-54D4599470A1}"/>
              </a:ext>
            </a:extLst>
          </p:cNvPr>
          <p:cNvSpPr txBox="1">
            <a:spLocks/>
          </p:cNvSpPr>
          <p:nvPr/>
        </p:nvSpPr>
        <p:spPr>
          <a:xfrm>
            <a:off x="720000" y="2765168"/>
            <a:ext cx="2811000" cy="32541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300">
                <a:latin typeface="Alexandria Light" pitchFamily="2" charset="-78"/>
                <a:cs typeface="Alexandria Light" pitchFamily="2" charset="-78"/>
              </a:rPr>
              <a:t>2. ReduceLROnPlateau</a:t>
            </a:r>
          </a:p>
        </p:txBody>
      </p:sp>
      <p:sp>
        <p:nvSpPr>
          <p:cNvPr id="13" name="Google Shape;1151;p36">
            <a:extLst>
              <a:ext uri="{FF2B5EF4-FFF2-40B4-BE49-F238E27FC236}">
                <a16:creationId xmlns:a16="http://schemas.microsoft.com/office/drawing/2014/main" id="{ED01071E-ED88-44FF-98DB-833220BDA192}"/>
              </a:ext>
            </a:extLst>
          </p:cNvPr>
          <p:cNvSpPr txBox="1">
            <a:spLocks/>
          </p:cNvSpPr>
          <p:nvPr/>
        </p:nvSpPr>
        <p:spPr>
          <a:xfrm>
            <a:off x="1000463" y="3502923"/>
            <a:ext cx="4389252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q"/>
            </a:pPr>
            <a:r>
              <a:rPr lang="vi-VN" sz="1300">
                <a:latin typeface="Alexandria Light" pitchFamily="2" charset="-78"/>
                <a:cs typeface="Alexandria Light" pitchFamily="2" charset="-78"/>
              </a:rPr>
              <a:t>Hành động: Giảm Learning Rate xuống một nửa (factor = 0.5).</a:t>
            </a:r>
            <a:endParaRPr lang="en-US" sz="1300">
              <a:latin typeface="Alexandria Light" pitchFamily="2" charset="-78"/>
              <a:cs typeface="Alexandria Light" pitchFamily="2" charset="-78"/>
            </a:endParaRPr>
          </a:p>
        </p:txBody>
      </p:sp>
      <p:sp>
        <p:nvSpPr>
          <p:cNvPr id="14" name="Google Shape;1151;p36">
            <a:extLst>
              <a:ext uri="{FF2B5EF4-FFF2-40B4-BE49-F238E27FC236}">
                <a16:creationId xmlns:a16="http://schemas.microsoft.com/office/drawing/2014/main" id="{E4A641B9-7C2A-4024-BB17-9B3BD6624670}"/>
              </a:ext>
            </a:extLst>
          </p:cNvPr>
          <p:cNvSpPr txBox="1">
            <a:spLocks/>
          </p:cNvSpPr>
          <p:nvPr/>
        </p:nvSpPr>
        <p:spPr>
          <a:xfrm>
            <a:off x="1000462" y="4222765"/>
            <a:ext cx="4523109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q"/>
            </a:pPr>
            <a:r>
              <a:rPr lang="vi-VN" sz="1300">
                <a:latin typeface="Alexandria Light" pitchFamily="2" charset="-78"/>
                <a:cs typeface="Alexandria Light" pitchFamily="2" charset="-78"/>
              </a:rPr>
              <a:t>Mục đích: Giúp mô hình bước những bước nhỏ hơn để tìm được điểm cực tiểu toàn cục (Global Minimum).</a:t>
            </a:r>
            <a:endParaRPr lang="en-US" sz="1300">
              <a:latin typeface="Alexandria Light" pitchFamily="2" charset="-78"/>
              <a:cs typeface="Alexandria Light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0890379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7">
          <a:extLst>
            <a:ext uri="{FF2B5EF4-FFF2-40B4-BE49-F238E27FC236}">
              <a16:creationId xmlns:a16="http://schemas.microsoft.com/office/drawing/2014/main" id="{D403D911-771A-88DC-C435-4EF099DF7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32">
            <a:extLst>
              <a:ext uri="{FF2B5EF4-FFF2-40B4-BE49-F238E27FC236}">
                <a16:creationId xmlns:a16="http://schemas.microsoft.com/office/drawing/2014/main" id="{115E0FE7-4AF2-211A-85F2-C1B65B1C88A8}"/>
              </a:ext>
            </a:extLst>
          </p:cNvPr>
          <p:cNvSpPr/>
          <p:nvPr/>
        </p:nvSpPr>
        <p:spPr>
          <a:xfrm rot="-7219687" flipH="1">
            <a:off x="-1095655" y="408466"/>
            <a:ext cx="5219277" cy="4707906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9" name="Google Shape;1019;p32">
            <a:extLst>
              <a:ext uri="{FF2B5EF4-FFF2-40B4-BE49-F238E27FC236}">
                <a16:creationId xmlns:a16="http://schemas.microsoft.com/office/drawing/2014/main" id="{F62699B5-CCC6-F565-B589-ABC1FA4C9C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47175" y="2571974"/>
            <a:ext cx="4383600" cy="16866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lexandria Medium" pitchFamily="2" charset="-78"/>
                <a:cs typeface="Alexandria Medium" pitchFamily="2" charset="-78"/>
              </a:rPr>
              <a:t>Demo</a:t>
            </a:r>
            <a:endParaRPr>
              <a:latin typeface="Alexandria Medium" pitchFamily="2" charset="-78"/>
              <a:cs typeface="Alexandria Medium" pitchFamily="2" charset="-78"/>
            </a:endParaRPr>
          </a:p>
        </p:txBody>
      </p:sp>
      <p:sp>
        <p:nvSpPr>
          <p:cNvPr id="1020" name="Google Shape;1020;p32">
            <a:extLst>
              <a:ext uri="{FF2B5EF4-FFF2-40B4-BE49-F238E27FC236}">
                <a16:creationId xmlns:a16="http://schemas.microsoft.com/office/drawing/2014/main" id="{4765C64A-E558-4B9C-8055-2D2B703A366A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839123" y="1262236"/>
            <a:ext cx="1956093" cy="129409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latin typeface="Alexandria Black" pitchFamily="2" charset="-78"/>
                <a:cs typeface="Alexandria Black" pitchFamily="2" charset="-78"/>
              </a:rPr>
              <a:t>04</a:t>
            </a:r>
            <a:endParaRPr sz="8000">
              <a:latin typeface="Alexandria Black" pitchFamily="2" charset="-78"/>
              <a:cs typeface="Alexandria Black" pitchFamily="2" charset="-78"/>
            </a:endParaRPr>
          </a:p>
        </p:txBody>
      </p:sp>
      <p:pic>
        <p:nvPicPr>
          <p:cNvPr id="1021" name="Google Shape;1021;p32">
            <a:extLst>
              <a:ext uri="{FF2B5EF4-FFF2-40B4-BE49-F238E27FC236}">
                <a16:creationId xmlns:a16="http://schemas.microsoft.com/office/drawing/2014/main" id="{E646A776-DEEE-31C2-82FE-6A7D277D3B8D}"/>
              </a:ext>
            </a:extLst>
          </p:cNvPr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l="9184" r="24068"/>
          <a:stretch/>
        </p:blipFill>
        <p:spPr>
          <a:xfrm>
            <a:off x="484625" y="1076550"/>
            <a:ext cx="2990400" cy="2990400"/>
          </a:xfrm>
          <a:prstGeom prst="roundRect">
            <a:avLst>
              <a:gd name="adj" fmla="val 16667"/>
            </a:avLst>
          </a:prstGeom>
        </p:spPr>
      </p:pic>
      <p:grpSp>
        <p:nvGrpSpPr>
          <p:cNvPr id="1022" name="Google Shape;1022;p32">
            <a:extLst>
              <a:ext uri="{FF2B5EF4-FFF2-40B4-BE49-F238E27FC236}">
                <a16:creationId xmlns:a16="http://schemas.microsoft.com/office/drawing/2014/main" id="{4915307A-6752-E41C-1830-21581E93E824}"/>
              </a:ext>
            </a:extLst>
          </p:cNvPr>
          <p:cNvGrpSpPr/>
          <p:nvPr/>
        </p:nvGrpSpPr>
        <p:grpSpPr>
          <a:xfrm>
            <a:off x="7441503" y="289852"/>
            <a:ext cx="1366913" cy="1382099"/>
            <a:chOff x="6568493" y="8"/>
            <a:chExt cx="1820608" cy="1840590"/>
          </a:xfrm>
        </p:grpSpPr>
        <p:sp>
          <p:nvSpPr>
            <p:cNvPr id="1023" name="Google Shape;1023;p32">
              <a:extLst>
                <a:ext uri="{FF2B5EF4-FFF2-40B4-BE49-F238E27FC236}">
                  <a16:creationId xmlns:a16="http://schemas.microsoft.com/office/drawing/2014/main" id="{2C5F973C-4096-5785-DCA5-BFC63B1B073E}"/>
                </a:ext>
              </a:extLst>
            </p:cNvPr>
            <p:cNvSpPr/>
            <p:nvPr/>
          </p:nvSpPr>
          <p:spPr>
            <a:xfrm>
              <a:off x="6737915" y="169351"/>
              <a:ext cx="1651185" cy="1671247"/>
            </a:xfrm>
            <a:custGeom>
              <a:avLst/>
              <a:gdLst/>
              <a:ahLst/>
              <a:cxnLst/>
              <a:rect l="l" t="t" r="r" b="b"/>
              <a:pathLst>
                <a:path w="1959864" h="1983676" extrusionOk="0">
                  <a:moveTo>
                    <a:pt x="1868520" y="0"/>
                  </a:moveTo>
                  <a:lnTo>
                    <a:pt x="91345" y="0"/>
                  </a:lnTo>
                  <a:cubicBezTo>
                    <a:pt x="40958" y="0"/>
                    <a:pt x="0" y="40958"/>
                    <a:pt x="0" y="91345"/>
                  </a:cubicBezTo>
                  <a:lnTo>
                    <a:pt x="0" y="1892427"/>
                  </a:lnTo>
                  <a:cubicBezTo>
                    <a:pt x="0" y="1942814"/>
                    <a:pt x="40958" y="1983677"/>
                    <a:pt x="91345" y="1983677"/>
                  </a:cubicBezTo>
                  <a:lnTo>
                    <a:pt x="1868520" y="1983677"/>
                  </a:lnTo>
                  <a:cubicBezTo>
                    <a:pt x="1918906" y="1983677"/>
                    <a:pt x="1959864" y="1942814"/>
                    <a:pt x="1959864" y="1892427"/>
                  </a:cubicBezTo>
                  <a:lnTo>
                    <a:pt x="1959864" y="91345"/>
                  </a:lnTo>
                  <a:cubicBezTo>
                    <a:pt x="1959864" y="40958"/>
                    <a:pt x="1918906" y="0"/>
                    <a:pt x="18685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4" name="Google Shape;1024;p32">
              <a:extLst>
                <a:ext uri="{FF2B5EF4-FFF2-40B4-BE49-F238E27FC236}">
                  <a16:creationId xmlns:a16="http://schemas.microsoft.com/office/drawing/2014/main" id="{E9C38B26-B371-A66E-1FA8-01C87787C9BE}"/>
                </a:ext>
              </a:extLst>
            </p:cNvPr>
            <p:cNvSpPr/>
            <p:nvPr/>
          </p:nvSpPr>
          <p:spPr>
            <a:xfrm>
              <a:off x="6653203" y="8"/>
              <a:ext cx="1651185" cy="1671247"/>
            </a:xfrm>
            <a:custGeom>
              <a:avLst/>
              <a:gdLst/>
              <a:ahLst/>
              <a:cxnLst/>
              <a:rect l="l" t="t" r="r" b="b"/>
              <a:pathLst>
                <a:path w="1959864" h="1983676" extrusionOk="0">
                  <a:moveTo>
                    <a:pt x="1868519" y="0"/>
                  </a:moveTo>
                  <a:lnTo>
                    <a:pt x="91345" y="0"/>
                  </a:lnTo>
                  <a:cubicBezTo>
                    <a:pt x="40958" y="0"/>
                    <a:pt x="0" y="40958"/>
                    <a:pt x="0" y="91345"/>
                  </a:cubicBezTo>
                  <a:lnTo>
                    <a:pt x="0" y="1892427"/>
                  </a:lnTo>
                  <a:cubicBezTo>
                    <a:pt x="0" y="1942814"/>
                    <a:pt x="40958" y="1983677"/>
                    <a:pt x="91345" y="1983677"/>
                  </a:cubicBezTo>
                  <a:lnTo>
                    <a:pt x="1868519" y="1983677"/>
                  </a:lnTo>
                  <a:cubicBezTo>
                    <a:pt x="1918907" y="1983677"/>
                    <a:pt x="1959865" y="1942814"/>
                    <a:pt x="1959865" y="1892427"/>
                  </a:cubicBezTo>
                  <a:lnTo>
                    <a:pt x="1959865" y="91345"/>
                  </a:lnTo>
                  <a:cubicBezTo>
                    <a:pt x="1959865" y="40958"/>
                    <a:pt x="1918907" y="0"/>
                    <a:pt x="186851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25" name="Google Shape;1025;p32">
              <a:extLst>
                <a:ext uri="{FF2B5EF4-FFF2-40B4-BE49-F238E27FC236}">
                  <a16:creationId xmlns:a16="http://schemas.microsoft.com/office/drawing/2014/main" id="{7F333DD7-6A67-DC7E-5AEC-9FF4E224D083}"/>
                </a:ext>
              </a:extLst>
            </p:cNvPr>
            <p:cNvGrpSpPr/>
            <p:nvPr/>
          </p:nvGrpSpPr>
          <p:grpSpPr>
            <a:xfrm>
              <a:off x="6568493" y="84720"/>
              <a:ext cx="1649109" cy="1669065"/>
              <a:chOff x="8921020" y="472154"/>
              <a:chExt cx="1959958" cy="1983676"/>
            </a:xfrm>
          </p:grpSpPr>
          <p:sp>
            <p:nvSpPr>
              <p:cNvPr id="1026" name="Google Shape;1026;p32">
                <a:extLst>
                  <a:ext uri="{FF2B5EF4-FFF2-40B4-BE49-F238E27FC236}">
                    <a16:creationId xmlns:a16="http://schemas.microsoft.com/office/drawing/2014/main" id="{D8D37E5B-68EB-E06D-F7C8-E5DB4FC3D59B}"/>
                  </a:ext>
                </a:extLst>
              </p:cNvPr>
              <p:cNvSpPr/>
              <p:nvPr/>
            </p:nvSpPr>
            <p:spPr>
              <a:xfrm>
                <a:off x="8921114" y="472154"/>
                <a:ext cx="1959864" cy="1983676"/>
              </a:xfrm>
              <a:custGeom>
                <a:avLst/>
                <a:gdLst/>
                <a:ahLst/>
                <a:cxnLst/>
                <a:rect l="l" t="t" r="r" b="b"/>
                <a:pathLst>
                  <a:path w="1959864" h="1983676" extrusionOk="0">
                    <a:moveTo>
                      <a:pt x="1959864" y="91345"/>
                    </a:moveTo>
                    <a:lnTo>
                      <a:pt x="1959864" y="1892427"/>
                    </a:lnTo>
                    <a:cubicBezTo>
                      <a:pt x="1959864" y="1942814"/>
                      <a:pt x="1918907" y="1983677"/>
                      <a:pt x="1868520" y="1983677"/>
                    </a:cubicBezTo>
                    <a:lnTo>
                      <a:pt x="91345" y="1983677"/>
                    </a:lnTo>
                    <a:cubicBezTo>
                      <a:pt x="40958" y="1983677"/>
                      <a:pt x="0" y="1942814"/>
                      <a:pt x="0" y="1892427"/>
                    </a:cubicBezTo>
                    <a:lnTo>
                      <a:pt x="0" y="91345"/>
                    </a:lnTo>
                    <a:cubicBezTo>
                      <a:pt x="0" y="40958"/>
                      <a:pt x="40958" y="0"/>
                      <a:pt x="91345" y="0"/>
                    </a:cubicBezTo>
                    <a:lnTo>
                      <a:pt x="1868520" y="0"/>
                    </a:lnTo>
                    <a:cubicBezTo>
                      <a:pt x="1918907" y="0"/>
                      <a:pt x="1959864" y="40958"/>
                      <a:pt x="1959864" y="9134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7" name="Google Shape;1027;p32">
                <a:extLst>
                  <a:ext uri="{FF2B5EF4-FFF2-40B4-BE49-F238E27FC236}">
                    <a16:creationId xmlns:a16="http://schemas.microsoft.com/office/drawing/2014/main" id="{298EC396-08F2-D337-1241-13C8FF1527EF}"/>
                  </a:ext>
                </a:extLst>
              </p:cNvPr>
              <p:cNvSpPr/>
              <p:nvPr/>
            </p:nvSpPr>
            <p:spPr>
              <a:xfrm>
                <a:off x="8921020" y="472154"/>
                <a:ext cx="1959958" cy="172307"/>
              </a:xfrm>
              <a:custGeom>
                <a:avLst/>
                <a:gdLst/>
                <a:ahLst/>
                <a:cxnLst/>
                <a:rect l="l" t="t" r="r" b="b"/>
                <a:pathLst>
                  <a:path w="1959958" h="172307" extrusionOk="0">
                    <a:moveTo>
                      <a:pt x="1959959" y="91345"/>
                    </a:moveTo>
                    <a:lnTo>
                      <a:pt x="1959959" y="172307"/>
                    </a:lnTo>
                    <a:lnTo>
                      <a:pt x="0" y="172307"/>
                    </a:lnTo>
                    <a:lnTo>
                      <a:pt x="0" y="91345"/>
                    </a:lnTo>
                    <a:cubicBezTo>
                      <a:pt x="0" y="40958"/>
                      <a:pt x="40957" y="0"/>
                      <a:pt x="91344" y="0"/>
                    </a:cubicBezTo>
                    <a:lnTo>
                      <a:pt x="1868519" y="0"/>
                    </a:lnTo>
                    <a:cubicBezTo>
                      <a:pt x="1918906" y="0"/>
                      <a:pt x="1959864" y="40958"/>
                      <a:pt x="1959864" y="91345"/>
                    </a:cubicBezTo>
                    <a:close/>
                  </a:path>
                </a:pathLst>
              </a:custGeom>
              <a:solidFill>
                <a:srgbClr val="000000">
                  <a:alpha val="1006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28" name="Google Shape;1028;p32">
                <a:extLst>
                  <a:ext uri="{FF2B5EF4-FFF2-40B4-BE49-F238E27FC236}">
                    <a16:creationId xmlns:a16="http://schemas.microsoft.com/office/drawing/2014/main" id="{7B3F9B0E-ECA4-FF2F-A8CE-D26FD7412961}"/>
                  </a:ext>
                </a:extLst>
              </p:cNvPr>
              <p:cNvGrpSpPr/>
              <p:nvPr/>
            </p:nvGrpSpPr>
            <p:grpSpPr>
              <a:xfrm>
                <a:off x="9011888" y="537781"/>
                <a:ext cx="255174" cy="64389"/>
                <a:chOff x="9011888" y="537781"/>
                <a:chExt cx="255174" cy="64389"/>
              </a:xfrm>
            </p:grpSpPr>
            <p:sp>
              <p:nvSpPr>
                <p:cNvPr id="1029" name="Google Shape;1029;p32">
                  <a:extLst>
                    <a:ext uri="{FF2B5EF4-FFF2-40B4-BE49-F238E27FC236}">
                      <a16:creationId xmlns:a16="http://schemas.microsoft.com/office/drawing/2014/main" id="{9CAC0516-702F-3670-7AA6-221E7300483B}"/>
                    </a:ext>
                  </a:extLst>
                </p:cNvPr>
                <p:cNvSpPr/>
                <p:nvPr/>
              </p:nvSpPr>
              <p:spPr>
                <a:xfrm>
                  <a:off x="9202673" y="537781"/>
                  <a:ext cx="64389" cy="643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89" h="64389" extrusionOk="0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0" name="Google Shape;1030;p32">
                  <a:extLst>
                    <a:ext uri="{FF2B5EF4-FFF2-40B4-BE49-F238E27FC236}">
                      <a16:creationId xmlns:a16="http://schemas.microsoft.com/office/drawing/2014/main" id="{89E0E1AC-91BA-7118-6496-0342A3A0DD5D}"/>
                    </a:ext>
                  </a:extLst>
                </p:cNvPr>
                <p:cNvSpPr/>
                <p:nvPr/>
              </p:nvSpPr>
              <p:spPr>
                <a:xfrm>
                  <a:off x="9107233" y="537781"/>
                  <a:ext cx="64389" cy="643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89" h="64389" extrusionOk="0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1" name="Google Shape;1031;p32">
                  <a:extLst>
                    <a:ext uri="{FF2B5EF4-FFF2-40B4-BE49-F238E27FC236}">
                      <a16:creationId xmlns:a16="http://schemas.microsoft.com/office/drawing/2014/main" id="{545B7E56-2E40-5315-C01E-A4CC2D679C23}"/>
                    </a:ext>
                  </a:extLst>
                </p:cNvPr>
                <p:cNvSpPr/>
                <p:nvPr/>
              </p:nvSpPr>
              <p:spPr>
                <a:xfrm>
                  <a:off x="9011888" y="537781"/>
                  <a:ext cx="64389" cy="643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89" h="64389" extrusionOk="0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32" name="Google Shape;1032;p32">
              <a:extLst>
                <a:ext uri="{FF2B5EF4-FFF2-40B4-BE49-F238E27FC236}">
                  <a16:creationId xmlns:a16="http://schemas.microsoft.com/office/drawing/2014/main" id="{F0386558-FD4A-4457-0110-5D1E1F2316F3}"/>
                </a:ext>
              </a:extLst>
            </p:cNvPr>
            <p:cNvGrpSpPr/>
            <p:nvPr/>
          </p:nvGrpSpPr>
          <p:grpSpPr>
            <a:xfrm>
              <a:off x="6795939" y="406335"/>
              <a:ext cx="1194216" cy="1228757"/>
              <a:chOff x="9191339" y="854392"/>
              <a:chExt cx="1419320" cy="1460372"/>
            </a:xfrm>
          </p:grpSpPr>
          <p:grpSp>
            <p:nvGrpSpPr>
              <p:cNvPr id="1033" name="Google Shape;1033;p32">
                <a:extLst>
                  <a:ext uri="{FF2B5EF4-FFF2-40B4-BE49-F238E27FC236}">
                    <a16:creationId xmlns:a16="http://schemas.microsoft.com/office/drawing/2014/main" id="{4DB89734-3D5E-A18F-3FAE-9A6CBCC4AE31}"/>
                  </a:ext>
                </a:extLst>
              </p:cNvPr>
              <p:cNvGrpSpPr/>
              <p:nvPr/>
            </p:nvGrpSpPr>
            <p:grpSpPr>
              <a:xfrm>
                <a:off x="9191339" y="1884045"/>
                <a:ext cx="604932" cy="420243"/>
                <a:chOff x="9191339" y="1884045"/>
                <a:chExt cx="604932" cy="420243"/>
              </a:xfrm>
            </p:grpSpPr>
            <p:sp>
              <p:nvSpPr>
                <p:cNvPr id="1034" name="Google Shape;1034;p32">
                  <a:extLst>
                    <a:ext uri="{FF2B5EF4-FFF2-40B4-BE49-F238E27FC236}">
                      <a16:creationId xmlns:a16="http://schemas.microsoft.com/office/drawing/2014/main" id="{4F23E10B-F35E-0F3B-AD00-C72549B4C3B1}"/>
                    </a:ext>
                  </a:extLst>
                </p:cNvPr>
                <p:cNvSpPr/>
                <p:nvPr/>
              </p:nvSpPr>
              <p:spPr>
                <a:xfrm>
                  <a:off x="9191339" y="1884045"/>
                  <a:ext cx="2370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077" h="52959" extrusionOk="0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5" name="Google Shape;1035;p32">
                  <a:extLst>
                    <a:ext uri="{FF2B5EF4-FFF2-40B4-BE49-F238E27FC236}">
                      <a16:creationId xmlns:a16="http://schemas.microsoft.com/office/drawing/2014/main" id="{FF4C8D8F-6453-FE5D-AA7B-29D7E2186DBA}"/>
                    </a:ext>
                  </a:extLst>
                </p:cNvPr>
                <p:cNvSpPr/>
                <p:nvPr/>
              </p:nvSpPr>
              <p:spPr>
                <a:xfrm>
                  <a:off x="9449466" y="1884045"/>
                  <a:ext cx="18249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498" h="52959" extrusionOk="0">
                      <a:moveTo>
                        <a:pt x="0" y="0"/>
                      </a:moveTo>
                      <a:lnTo>
                        <a:pt x="182499" y="0"/>
                      </a:lnTo>
                      <a:lnTo>
                        <a:pt x="18249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6" name="Google Shape;1036;p32">
                  <a:extLst>
                    <a:ext uri="{FF2B5EF4-FFF2-40B4-BE49-F238E27FC236}">
                      <a16:creationId xmlns:a16="http://schemas.microsoft.com/office/drawing/2014/main" id="{F2D94423-DA3E-BDBD-F977-D20A630C9F2B}"/>
                    </a:ext>
                  </a:extLst>
                </p:cNvPr>
                <p:cNvSpPr/>
                <p:nvPr/>
              </p:nvSpPr>
              <p:spPr>
                <a:xfrm>
                  <a:off x="9651396" y="1884045"/>
                  <a:ext cx="14487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875" h="52959" extrusionOk="0">
                      <a:moveTo>
                        <a:pt x="0" y="0"/>
                      </a:moveTo>
                      <a:lnTo>
                        <a:pt x="144876" y="0"/>
                      </a:lnTo>
                      <a:lnTo>
                        <a:pt x="14487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7" name="Google Shape;1037;p32">
                  <a:extLst>
                    <a:ext uri="{FF2B5EF4-FFF2-40B4-BE49-F238E27FC236}">
                      <a16:creationId xmlns:a16="http://schemas.microsoft.com/office/drawing/2014/main" id="{5ACB0DAD-2DD4-774D-43BD-33BBC5A0C87B}"/>
                    </a:ext>
                  </a:extLst>
                </p:cNvPr>
                <p:cNvSpPr/>
                <p:nvPr/>
              </p:nvSpPr>
              <p:spPr>
                <a:xfrm>
                  <a:off x="9308306" y="2006536"/>
                  <a:ext cx="48796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965" h="52959" extrusionOk="0">
                      <a:moveTo>
                        <a:pt x="0" y="0"/>
                      </a:moveTo>
                      <a:lnTo>
                        <a:pt x="487966" y="0"/>
                      </a:lnTo>
                      <a:lnTo>
                        <a:pt x="48796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8" name="Google Shape;1038;p32">
                  <a:extLst>
                    <a:ext uri="{FF2B5EF4-FFF2-40B4-BE49-F238E27FC236}">
                      <a16:creationId xmlns:a16="http://schemas.microsoft.com/office/drawing/2014/main" id="{1597B63C-6FB6-6464-F010-2895C0A499F1}"/>
                    </a:ext>
                  </a:extLst>
                </p:cNvPr>
                <p:cNvSpPr/>
                <p:nvPr/>
              </p:nvSpPr>
              <p:spPr>
                <a:xfrm>
                  <a:off x="9191339" y="2006536"/>
                  <a:ext cx="8963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30" h="52959" extrusionOk="0">
                      <a:moveTo>
                        <a:pt x="0" y="0"/>
                      </a:moveTo>
                      <a:lnTo>
                        <a:pt x="89630" y="0"/>
                      </a:lnTo>
                      <a:lnTo>
                        <a:pt x="8963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9" name="Google Shape;1039;p32">
                  <a:extLst>
                    <a:ext uri="{FF2B5EF4-FFF2-40B4-BE49-F238E27FC236}">
                      <a16:creationId xmlns:a16="http://schemas.microsoft.com/office/drawing/2014/main" id="{B4AD5431-9EF9-F93D-18AF-6CDBF89C911C}"/>
                    </a:ext>
                  </a:extLst>
                </p:cNvPr>
                <p:cNvSpPr/>
                <p:nvPr/>
              </p:nvSpPr>
              <p:spPr>
                <a:xfrm>
                  <a:off x="9460325" y="2128932"/>
                  <a:ext cx="23079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790" h="52959" extrusionOk="0">
                      <a:moveTo>
                        <a:pt x="0" y="0"/>
                      </a:moveTo>
                      <a:lnTo>
                        <a:pt x="230791" y="0"/>
                      </a:lnTo>
                      <a:lnTo>
                        <a:pt x="230791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0" name="Google Shape;1040;p32">
                  <a:extLst>
                    <a:ext uri="{FF2B5EF4-FFF2-40B4-BE49-F238E27FC236}">
                      <a16:creationId xmlns:a16="http://schemas.microsoft.com/office/drawing/2014/main" id="{6B47C1FC-7BA1-8943-CD22-5902F8B1820C}"/>
                    </a:ext>
                  </a:extLst>
                </p:cNvPr>
                <p:cNvSpPr/>
                <p:nvPr/>
              </p:nvSpPr>
              <p:spPr>
                <a:xfrm>
                  <a:off x="9713023" y="2128932"/>
                  <a:ext cx="8324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248" h="52959" extrusionOk="0">
                      <a:moveTo>
                        <a:pt x="0" y="0"/>
                      </a:moveTo>
                      <a:lnTo>
                        <a:pt x="83248" y="0"/>
                      </a:lnTo>
                      <a:lnTo>
                        <a:pt x="8324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1" name="Google Shape;1041;p32">
                  <a:extLst>
                    <a:ext uri="{FF2B5EF4-FFF2-40B4-BE49-F238E27FC236}">
                      <a16:creationId xmlns:a16="http://schemas.microsoft.com/office/drawing/2014/main" id="{2FD36A66-0848-F903-9845-51F4DEA185A4}"/>
                    </a:ext>
                  </a:extLst>
                </p:cNvPr>
                <p:cNvSpPr/>
                <p:nvPr/>
              </p:nvSpPr>
              <p:spPr>
                <a:xfrm>
                  <a:off x="9191339" y="2128932"/>
                  <a:ext cx="24793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935" h="52959" extrusionOk="0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2" name="Google Shape;1042;p32">
                  <a:extLst>
                    <a:ext uri="{FF2B5EF4-FFF2-40B4-BE49-F238E27FC236}">
                      <a16:creationId xmlns:a16="http://schemas.microsoft.com/office/drawing/2014/main" id="{8E38AAC9-DFC5-8489-79FC-C3FAE1C2A736}"/>
                    </a:ext>
                  </a:extLst>
                </p:cNvPr>
                <p:cNvSpPr/>
                <p:nvPr/>
              </p:nvSpPr>
              <p:spPr>
                <a:xfrm>
                  <a:off x="9365170" y="2251329"/>
                  <a:ext cx="2009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77" h="52959" extrusionOk="0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3" name="Google Shape;1043;p32">
                  <a:extLst>
                    <a:ext uri="{FF2B5EF4-FFF2-40B4-BE49-F238E27FC236}">
                      <a16:creationId xmlns:a16="http://schemas.microsoft.com/office/drawing/2014/main" id="{43FE01C0-2922-E1BD-2661-B66BDFEB72D7}"/>
                    </a:ext>
                  </a:extLst>
                </p:cNvPr>
                <p:cNvSpPr/>
                <p:nvPr/>
              </p:nvSpPr>
              <p:spPr>
                <a:xfrm>
                  <a:off x="9191339" y="2251329"/>
                  <a:ext cx="151256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256" h="52959" extrusionOk="0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44" name="Google Shape;1044;p32">
                <a:extLst>
                  <a:ext uri="{FF2B5EF4-FFF2-40B4-BE49-F238E27FC236}">
                    <a16:creationId xmlns:a16="http://schemas.microsoft.com/office/drawing/2014/main" id="{771832B5-4941-C899-96C5-5AD0FBD2B496}"/>
                  </a:ext>
                </a:extLst>
              </p:cNvPr>
              <p:cNvGrpSpPr/>
              <p:nvPr/>
            </p:nvGrpSpPr>
            <p:grpSpPr>
              <a:xfrm>
                <a:off x="10004774" y="854392"/>
                <a:ext cx="604932" cy="420243"/>
                <a:chOff x="10004774" y="854392"/>
                <a:chExt cx="604932" cy="420243"/>
              </a:xfrm>
            </p:grpSpPr>
            <p:sp>
              <p:nvSpPr>
                <p:cNvPr id="1045" name="Google Shape;1045;p32">
                  <a:extLst>
                    <a:ext uri="{FF2B5EF4-FFF2-40B4-BE49-F238E27FC236}">
                      <a16:creationId xmlns:a16="http://schemas.microsoft.com/office/drawing/2014/main" id="{219120CC-6398-45B7-3971-93DEBECA7A20}"/>
                    </a:ext>
                  </a:extLst>
                </p:cNvPr>
                <p:cNvSpPr/>
                <p:nvPr/>
              </p:nvSpPr>
              <p:spPr>
                <a:xfrm>
                  <a:off x="10004774" y="854392"/>
                  <a:ext cx="2370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077" h="52959" extrusionOk="0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6" name="Google Shape;1046;p32">
                  <a:extLst>
                    <a:ext uri="{FF2B5EF4-FFF2-40B4-BE49-F238E27FC236}">
                      <a16:creationId xmlns:a16="http://schemas.microsoft.com/office/drawing/2014/main" id="{2CD8709A-1003-BAEC-4E9B-A87A673EE95F}"/>
                    </a:ext>
                  </a:extLst>
                </p:cNvPr>
                <p:cNvSpPr/>
                <p:nvPr/>
              </p:nvSpPr>
              <p:spPr>
                <a:xfrm>
                  <a:off x="10262901" y="854392"/>
                  <a:ext cx="18249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498" h="52959" extrusionOk="0">
                      <a:moveTo>
                        <a:pt x="0" y="0"/>
                      </a:moveTo>
                      <a:lnTo>
                        <a:pt x="182498" y="0"/>
                      </a:lnTo>
                      <a:lnTo>
                        <a:pt x="18249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7" name="Google Shape;1047;p32">
                  <a:extLst>
                    <a:ext uri="{FF2B5EF4-FFF2-40B4-BE49-F238E27FC236}">
                      <a16:creationId xmlns:a16="http://schemas.microsoft.com/office/drawing/2014/main" id="{9B951593-D8CE-2088-B292-F55252DFAD47}"/>
                    </a:ext>
                  </a:extLst>
                </p:cNvPr>
                <p:cNvSpPr/>
                <p:nvPr/>
              </p:nvSpPr>
              <p:spPr>
                <a:xfrm>
                  <a:off x="10464831" y="854392"/>
                  <a:ext cx="14487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875" h="52959" extrusionOk="0">
                      <a:moveTo>
                        <a:pt x="0" y="0"/>
                      </a:moveTo>
                      <a:lnTo>
                        <a:pt x="144875" y="0"/>
                      </a:lnTo>
                      <a:lnTo>
                        <a:pt x="144875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8" name="Google Shape;1048;p32">
                  <a:extLst>
                    <a:ext uri="{FF2B5EF4-FFF2-40B4-BE49-F238E27FC236}">
                      <a16:creationId xmlns:a16="http://schemas.microsoft.com/office/drawing/2014/main" id="{447B254A-0792-43E4-FC02-2F035598564B}"/>
                    </a:ext>
                  </a:extLst>
                </p:cNvPr>
                <p:cNvSpPr/>
                <p:nvPr/>
              </p:nvSpPr>
              <p:spPr>
                <a:xfrm>
                  <a:off x="10121741" y="976788"/>
                  <a:ext cx="48796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965" h="52959" extrusionOk="0">
                      <a:moveTo>
                        <a:pt x="0" y="0"/>
                      </a:moveTo>
                      <a:lnTo>
                        <a:pt x="487966" y="0"/>
                      </a:lnTo>
                      <a:lnTo>
                        <a:pt x="48796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9" name="Google Shape;1049;p32">
                  <a:extLst>
                    <a:ext uri="{FF2B5EF4-FFF2-40B4-BE49-F238E27FC236}">
                      <a16:creationId xmlns:a16="http://schemas.microsoft.com/office/drawing/2014/main" id="{180AE8A9-B677-D114-316C-8C92C0F10637}"/>
                    </a:ext>
                  </a:extLst>
                </p:cNvPr>
                <p:cNvSpPr/>
                <p:nvPr/>
              </p:nvSpPr>
              <p:spPr>
                <a:xfrm>
                  <a:off x="10004774" y="976788"/>
                  <a:ext cx="8963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30" h="52959" extrusionOk="0">
                      <a:moveTo>
                        <a:pt x="0" y="0"/>
                      </a:moveTo>
                      <a:lnTo>
                        <a:pt x="89630" y="0"/>
                      </a:lnTo>
                      <a:lnTo>
                        <a:pt x="8963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0" name="Google Shape;1050;p32">
                  <a:extLst>
                    <a:ext uri="{FF2B5EF4-FFF2-40B4-BE49-F238E27FC236}">
                      <a16:creationId xmlns:a16="http://schemas.microsoft.com/office/drawing/2014/main" id="{9CFBE7AA-4755-8CBD-14EB-2E822871EB6D}"/>
                    </a:ext>
                  </a:extLst>
                </p:cNvPr>
                <p:cNvSpPr/>
                <p:nvPr/>
              </p:nvSpPr>
              <p:spPr>
                <a:xfrm>
                  <a:off x="10273760" y="1099280"/>
                  <a:ext cx="23079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790" h="52959" extrusionOk="0">
                      <a:moveTo>
                        <a:pt x="0" y="0"/>
                      </a:moveTo>
                      <a:lnTo>
                        <a:pt x="230790" y="0"/>
                      </a:lnTo>
                      <a:lnTo>
                        <a:pt x="23079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1" name="Google Shape;1051;p32">
                  <a:extLst>
                    <a:ext uri="{FF2B5EF4-FFF2-40B4-BE49-F238E27FC236}">
                      <a16:creationId xmlns:a16="http://schemas.microsoft.com/office/drawing/2014/main" id="{6C4B5491-76E6-8B7E-5608-2928CFC64072}"/>
                    </a:ext>
                  </a:extLst>
                </p:cNvPr>
                <p:cNvSpPr/>
                <p:nvPr/>
              </p:nvSpPr>
              <p:spPr>
                <a:xfrm>
                  <a:off x="10526458" y="1099280"/>
                  <a:ext cx="8324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248" h="52959" extrusionOk="0">
                      <a:moveTo>
                        <a:pt x="0" y="0"/>
                      </a:moveTo>
                      <a:lnTo>
                        <a:pt x="83249" y="0"/>
                      </a:lnTo>
                      <a:lnTo>
                        <a:pt x="8324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2" name="Google Shape;1052;p32">
                  <a:extLst>
                    <a:ext uri="{FF2B5EF4-FFF2-40B4-BE49-F238E27FC236}">
                      <a16:creationId xmlns:a16="http://schemas.microsoft.com/office/drawing/2014/main" id="{D3F3586E-03FB-64E8-97D9-4A67B419FDCD}"/>
                    </a:ext>
                  </a:extLst>
                </p:cNvPr>
                <p:cNvSpPr/>
                <p:nvPr/>
              </p:nvSpPr>
              <p:spPr>
                <a:xfrm>
                  <a:off x="10004774" y="1099280"/>
                  <a:ext cx="24793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935" h="52959" extrusionOk="0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3" name="Google Shape;1053;p32">
                  <a:extLst>
                    <a:ext uri="{FF2B5EF4-FFF2-40B4-BE49-F238E27FC236}">
                      <a16:creationId xmlns:a16="http://schemas.microsoft.com/office/drawing/2014/main" id="{8B205FA9-2086-D5A5-8EF7-F62E906783B2}"/>
                    </a:ext>
                  </a:extLst>
                </p:cNvPr>
                <p:cNvSpPr/>
                <p:nvPr/>
              </p:nvSpPr>
              <p:spPr>
                <a:xfrm>
                  <a:off x="10178700" y="1221676"/>
                  <a:ext cx="2009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77" h="52959" extrusionOk="0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4" name="Google Shape;1054;p32">
                  <a:extLst>
                    <a:ext uri="{FF2B5EF4-FFF2-40B4-BE49-F238E27FC236}">
                      <a16:creationId xmlns:a16="http://schemas.microsoft.com/office/drawing/2014/main" id="{3BF90E2C-EAB3-51F6-3E47-0C3AA46F353E}"/>
                    </a:ext>
                  </a:extLst>
                </p:cNvPr>
                <p:cNvSpPr/>
                <p:nvPr/>
              </p:nvSpPr>
              <p:spPr>
                <a:xfrm>
                  <a:off x="10004774" y="1221676"/>
                  <a:ext cx="151256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256" h="52959" extrusionOk="0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55" name="Google Shape;1055;p32">
                <a:extLst>
                  <a:ext uri="{FF2B5EF4-FFF2-40B4-BE49-F238E27FC236}">
                    <a16:creationId xmlns:a16="http://schemas.microsoft.com/office/drawing/2014/main" id="{87DDCC43-B1BD-7C9D-040D-6CA959747012}"/>
                  </a:ext>
                </a:extLst>
              </p:cNvPr>
              <p:cNvGrpSpPr/>
              <p:nvPr/>
            </p:nvGrpSpPr>
            <p:grpSpPr>
              <a:xfrm>
                <a:off x="10004774" y="1374362"/>
                <a:ext cx="604932" cy="303466"/>
                <a:chOff x="10004774" y="1374362"/>
                <a:chExt cx="604932" cy="303466"/>
              </a:xfrm>
            </p:grpSpPr>
            <p:sp>
              <p:nvSpPr>
                <p:cNvPr id="1056" name="Google Shape;1056;p32">
                  <a:extLst>
                    <a:ext uri="{FF2B5EF4-FFF2-40B4-BE49-F238E27FC236}">
                      <a16:creationId xmlns:a16="http://schemas.microsoft.com/office/drawing/2014/main" id="{90A92603-3203-456D-802D-12543CBFFA5B}"/>
                    </a:ext>
                  </a:extLst>
                </p:cNvPr>
                <p:cNvSpPr/>
                <p:nvPr/>
              </p:nvSpPr>
              <p:spPr>
                <a:xfrm>
                  <a:off x="10004774" y="1374362"/>
                  <a:ext cx="2370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077" h="52959" extrusionOk="0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7" name="Google Shape;1057;p32">
                  <a:extLst>
                    <a:ext uri="{FF2B5EF4-FFF2-40B4-BE49-F238E27FC236}">
                      <a16:creationId xmlns:a16="http://schemas.microsoft.com/office/drawing/2014/main" id="{FE8A4DAB-2CD9-3FD9-1027-E23ED7955EB0}"/>
                    </a:ext>
                  </a:extLst>
                </p:cNvPr>
                <p:cNvSpPr/>
                <p:nvPr/>
              </p:nvSpPr>
              <p:spPr>
                <a:xfrm>
                  <a:off x="10262901" y="1374362"/>
                  <a:ext cx="18249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498" h="52959" extrusionOk="0">
                      <a:moveTo>
                        <a:pt x="0" y="0"/>
                      </a:moveTo>
                      <a:lnTo>
                        <a:pt x="182498" y="0"/>
                      </a:lnTo>
                      <a:lnTo>
                        <a:pt x="18249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8" name="Google Shape;1058;p32">
                  <a:extLst>
                    <a:ext uri="{FF2B5EF4-FFF2-40B4-BE49-F238E27FC236}">
                      <a16:creationId xmlns:a16="http://schemas.microsoft.com/office/drawing/2014/main" id="{B18A6775-C0CC-7D9B-B00D-68142BCF150E}"/>
                    </a:ext>
                  </a:extLst>
                </p:cNvPr>
                <p:cNvSpPr/>
                <p:nvPr/>
              </p:nvSpPr>
              <p:spPr>
                <a:xfrm>
                  <a:off x="10464831" y="1374362"/>
                  <a:ext cx="14487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875" h="52959" extrusionOk="0">
                      <a:moveTo>
                        <a:pt x="0" y="0"/>
                      </a:moveTo>
                      <a:lnTo>
                        <a:pt x="144875" y="0"/>
                      </a:lnTo>
                      <a:lnTo>
                        <a:pt x="144875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9" name="Google Shape;1059;p32">
                  <a:extLst>
                    <a:ext uri="{FF2B5EF4-FFF2-40B4-BE49-F238E27FC236}">
                      <a16:creationId xmlns:a16="http://schemas.microsoft.com/office/drawing/2014/main" id="{B05D90FE-33D1-9A69-A9DB-C370E01946D1}"/>
                    </a:ext>
                  </a:extLst>
                </p:cNvPr>
                <p:cNvSpPr/>
                <p:nvPr/>
              </p:nvSpPr>
              <p:spPr>
                <a:xfrm>
                  <a:off x="10273760" y="1502378"/>
                  <a:ext cx="23079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790" h="52959" extrusionOk="0">
                      <a:moveTo>
                        <a:pt x="0" y="0"/>
                      </a:moveTo>
                      <a:lnTo>
                        <a:pt x="230790" y="0"/>
                      </a:lnTo>
                      <a:lnTo>
                        <a:pt x="23079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0" name="Google Shape;1060;p32">
                  <a:extLst>
                    <a:ext uri="{FF2B5EF4-FFF2-40B4-BE49-F238E27FC236}">
                      <a16:creationId xmlns:a16="http://schemas.microsoft.com/office/drawing/2014/main" id="{4A77B9F8-F7DA-050E-6E66-FD16C90DA3B1}"/>
                    </a:ext>
                  </a:extLst>
                </p:cNvPr>
                <p:cNvSpPr/>
                <p:nvPr/>
              </p:nvSpPr>
              <p:spPr>
                <a:xfrm>
                  <a:off x="10526458" y="1502378"/>
                  <a:ext cx="8324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248" h="52959" extrusionOk="0">
                      <a:moveTo>
                        <a:pt x="0" y="0"/>
                      </a:moveTo>
                      <a:lnTo>
                        <a:pt x="83249" y="0"/>
                      </a:lnTo>
                      <a:lnTo>
                        <a:pt x="8324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1" name="Google Shape;1061;p32">
                  <a:extLst>
                    <a:ext uri="{FF2B5EF4-FFF2-40B4-BE49-F238E27FC236}">
                      <a16:creationId xmlns:a16="http://schemas.microsoft.com/office/drawing/2014/main" id="{52020557-D2CA-3051-4197-A7B2DAF4D20B}"/>
                    </a:ext>
                  </a:extLst>
                </p:cNvPr>
                <p:cNvSpPr/>
                <p:nvPr/>
              </p:nvSpPr>
              <p:spPr>
                <a:xfrm>
                  <a:off x="10004774" y="1502378"/>
                  <a:ext cx="24793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935" h="52959" extrusionOk="0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2" name="Google Shape;1062;p32">
                  <a:extLst>
                    <a:ext uri="{FF2B5EF4-FFF2-40B4-BE49-F238E27FC236}">
                      <a16:creationId xmlns:a16="http://schemas.microsoft.com/office/drawing/2014/main" id="{4C514F7B-8208-8E8F-7BCE-C5C952F709E7}"/>
                    </a:ext>
                  </a:extLst>
                </p:cNvPr>
                <p:cNvSpPr/>
                <p:nvPr/>
              </p:nvSpPr>
              <p:spPr>
                <a:xfrm>
                  <a:off x="10178700" y="1624869"/>
                  <a:ext cx="2009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77" h="52959" extrusionOk="0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3" name="Google Shape;1063;p32">
                  <a:extLst>
                    <a:ext uri="{FF2B5EF4-FFF2-40B4-BE49-F238E27FC236}">
                      <a16:creationId xmlns:a16="http://schemas.microsoft.com/office/drawing/2014/main" id="{537C8D96-3619-FBA4-9652-F1C686EEE75C}"/>
                    </a:ext>
                  </a:extLst>
                </p:cNvPr>
                <p:cNvSpPr/>
                <p:nvPr/>
              </p:nvSpPr>
              <p:spPr>
                <a:xfrm>
                  <a:off x="10004774" y="1624869"/>
                  <a:ext cx="151256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256" h="52959" extrusionOk="0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064" name="Google Shape;1064;p32">
                <a:extLst>
                  <a:ext uri="{FF2B5EF4-FFF2-40B4-BE49-F238E27FC236}">
                    <a16:creationId xmlns:a16="http://schemas.microsoft.com/office/drawing/2014/main" id="{27ADEADE-CB0F-0B93-846A-B5019A7E8A5E}"/>
                  </a:ext>
                </a:extLst>
              </p:cNvPr>
              <p:cNvSpPr/>
              <p:nvPr/>
            </p:nvSpPr>
            <p:spPr>
              <a:xfrm>
                <a:off x="10004774" y="1875948"/>
                <a:ext cx="605885" cy="438816"/>
              </a:xfrm>
              <a:custGeom>
                <a:avLst/>
                <a:gdLst/>
                <a:ahLst/>
                <a:cxnLst/>
                <a:rect l="l" t="t" r="r" b="b"/>
                <a:pathLst>
                  <a:path w="605885" h="438816" extrusionOk="0">
                    <a:moveTo>
                      <a:pt x="572167" y="0"/>
                    </a:moveTo>
                    <a:cubicBezTo>
                      <a:pt x="590789" y="0"/>
                      <a:pt x="605885" y="15096"/>
                      <a:pt x="605885" y="33718"/>
                    </a:cubicBezTo>
                    <a:lnTo>
                      <a:pt x="605885" y="405098"/>
                    </a:lnTo>
                    <a:cubicBezTo>
                      <a:pt x="605885" y="423720"/>
                      <a:pt x="590789" y="438817"/>
                      <a:pt x="572167" y="438817"/>
                    </a:cubicBezTo>
                    <a:lnTo>
                      <a:pt x="33718" y="438817"/>
                    </a:lnTo>
                    <a:cubicBezTo>
                      <a:pt x="15096" y="438817"/>
                      <a:pt x="0" y="423720"/>
                      <a:pt x="0" y="405098"/>
                    </a:cubicBezTo>
                    <a:lnTo>
                      <a:pt x="0" y="33718"/>
                    </a:lnTo>
                    <a:cubicBezTo>
                      <a:pt x="0" y="15096"/>
                      <a:pt x="15096" y="0"/>
                      <a:pt x="3371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5" name="Google Shape;1065;p32">
                <a:extLst>
                  <a:ext uri="{FF2B5EF4-FFF2-40B4-BE49-F238E27FC236}">
                    <a16:creationId xmlns:a16="http://schemas.microsoft.com/office/drawing/2014/main" id="{2B8660C8-BE66-844C-DF49-D0055C6B0383}"/>
                  </a:ext>
                </a:extLst>
              </p:cNvPr>
              <p:cNvSpPr/>
              <p:nvPr/>
            </p:nvSpPr>
            <p:spPr>
              <a:xfrm>
                <a:off x="9191339" y="860202"/>
                <a:ext cx="605885" cy="815149"/>
              </a:xfrm>
              <a:custGeom>
                <a:avLst/>
                <a:gdLst/>
                <a:ahLst/>
                <a:cxnLst/>
                <a:rect l="l" t="t" r="r" b="b"/>
                <a:pathLst>
                  <a:path w="605885" h="815149" extrusionOk="0">
                    <a:moveTo>
                      <a:pt x="554260" y="0"/>
                    </a:moveTo>
                    <a:cubicBezTo>
                      <a:pt x="582772" y="0"/>
                      <a:pt x="605885" y="23114"/>
                      <a:pt x="605885" y="51625"/>
                    </a:cubicBezTo>
                    <a:lnTo>
                      <a:pt x="605885" y="763524"/>
                    </a:lnTo>
                    <a:cubicBezTo>
                      <a:pt x="605885" y="792036"/>
                      <a:pt x="582771" y="815150"/>
                      <a:pt x="554260" y="815150"/>
                    </a:cubicBezTo>
                    <a:lnTo>
                      <a:pt x="51625" y="815150"/>
                    </a:lnTo>
                    <a:cubicBezTo>
                      <a:pt x="23113" y="815150"/>
                      <a:pt x="0" y="792036"/>
                      <a:pt x="0" y="763524"/>
                    </a:cubicBezTo>
                    <a:lnTo>
                      <a:pt x="0" y="51625"/>
                    </a:lnTo>
                    <a:cubicBezTo>
                      <a:pt x="0" y="23114"/>
                      <a:pt x="23113" y="0"/>
                      <a:pt x="5162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66" name="Google Shape;1066;p32">
              <a:extLst>
                <a:ext uri="{FF2B5EF4-FFF2-40B4-BE49-F238E27FC236}">
                  <a16:creationId xmlns:a16="http://schemas.microsoft.com/office/drawing/2014/main" id="{AB163809-0E98-315A-24CE-60F0168822DA}"/>
                </a:ext>
              </a:extLst>
            </p:cNvPr>
            <p:cNvGrpSpPr/>
            <p:nvPr/>
          </p:nvGrpSpPr>
          <p:grpSpPr>
            <a:xfrm>
              <a:off x="6717319" y="354723"/>
              <a:ext cx="656533" cy="799751"/>
              <a:chOff x="9097899" y="793051"/>
              <a:chExt cx="780287" cy="950500"/>
            </a:xfrm>
          </p:grpSpPr>
          <p:grpSp>
            <p:nvGrpSpPr>
              <p:cNvPr id="1067" name="Google Shape;1067;p32">
                <a:extLst>
                  <a:ext uri="{FF2B5EF4-FFF2-40B4-BE49-F238E27FC236}">
                    <a16:creationId xmlns:a16="http://schemas.microsoft.com/office/drawing/2014/main" id="{ED897131-0EF9-6B51-C687-7EDC8B7CAE1B}"/>
                  </a:ext>
                </a:extLst>
              </p:cNvPr>
              <p:cNvGrpSpPr/>
              <p:nvPr/>
            </p:nvGrpSpPr>
            <p:grpSpPr>
              <a:xfrm>
                <a:off x="9118758" y="814006"/>
                <a:ext cx="747999" cy="918020"/>
                <a:chOff x="9118758" y="814006"/>
                <a:chExt cx="747999" cy="918020"/>
              </a:xfrm>
            </p:grpSpPr>
            <p:sp>
              <p:nvSpPr>
                <p:cNvPr id="1068" name="Google Shape;1068;p32">
                  <a:extLst>
                    <a:ext uri="{FF2B5EF4-FFF2-40B4-BE49-F238E27FC236}">
                      <a16:creationId xmlns:a16="http://schemas.microsoft.com/office/drawing/2014/main" id="{4E75F985-095F-1AF9-5F54-ECD389AE25F5}"/>
                    </a:ext>
                  </a:extLst>
                </p:cNvPr>
                <p:cNvSpPr/>
                <p:nvPr/>
              </p:nvSpPr>
              <p:spPr>
                <a:xfrm>
                  <a:off x="9131522" y="1722501"/>
                  <a:ext cx="700277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0277" h="9525" extrusionOk="0">
                      <a:moveTo>
                        <a:pt x="700278" y="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w="1275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9" name="Google Shape;1069;p32">
                  <a:extLst>
                    <a:ext uri="{FF2B5EF4-FFF2-40B4-BE49-F238E27FC236}">
                      <a16:creationId xmlns:a16="http://schemas.microsoft.com/office/drawing/2014/main" id="{05464B88-BC64-ACC7-4750-DE0DCEC01E47}"/>
                    </a:ext>
                  </a:extLst>
                </p:cNvPr>
                <p:cNvSpPr/>
                <p:nvPr/>
              </p:nvSpPr>
              <p:spPr>
                <a:xfrm>
                  <a:off x="9118758" y="826579"/>
                  <a:ext cx="9525" cy="8706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870680" extrusionOk="0">
                      <a:moveTo>
                        <a:pt x="0" y="87068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w="1275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0" name="Google Shape;1070;p32">
                  <a:extLst>
                    <a:ext uri="{FF2B5EF4-FFF2-40B4-BE49-F238E27FC236}">
                      <a16:creationId xmlns:a16="http://schemas.microsoft.com/office/drawing/2014/main" id="{8170E3EE-CE24-E1F3-3717-F4E97AD2DDDA}"/>
                    </a:ext>
                  </a:extLst>
                </p:cNvPr>
                <p:cNvSpPr/>
                <p:nvPr/>
              </p:nvSpPr>
              <p:spPr>
                <a:xfrm>
                  <a:off x="9144285" y="814006"/>
                  <a:ext cx="700277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0277" h="9525" extrusionOk="0">
                      <a:moveTo>
                        <a:pt x="0" y="0"/>
                      </a:moveTo>
                      <a:lnTo>
                        <a:pt x="700278" y="0"/>
                      </a:lnTo>
                    </a:path>
                  </a:pathLst>
                </a:custGeom>
                <a:solidFill>
                  <a:schemeClr val="dk1"/>
                </a:solidFill>
                <a:ln w="1275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1" name="Google Shape;1071;p32">
                  <a:extLst>
                    <a:ext uri="{FF2B5EF4-FFF2-40B4-BE49-F238E27FC236}">
                      <a16:creationId xmlns:a16="http://schemas.microsoft.com/office/drawing/2014/main" id="{63EAB635-23BF-BD73-3121-EF1A4E42B24F}"/>
                    </a:ext>
                  </a:extLst>
                </p:cNvPr>
                <p:cNvSpPr/>
                <p:nvPr/>
              </p:nvSpPr>
              <p:spPr>
                <a:xfrm>
                  <a:off x="9857232" y="839247"/>
                  <a:ext cx="9525" cy="8706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870680" extrusionOk="0">
                      <a:moveTo>
                        <a:pt x="0" y="0"/>
                      </a:moveTo>
                      <a:lnTo>
                        <a:pt x="0" y="870680"/>
                      </a:lnTo>
                    </a:path>
                  </a:pathLst>
                </a:custGeom>
                <a:solidFill>
                  <a:schemeClr val="dk1"/>
                </a:solidFill>
                <a:ln w="1275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72" name="Google Shape;1072;p32">
                <a:extLst>
                  <a:ext uri="{FF2B5EF4-FFF2-40B4-BE49-F238E27FC236}">
                    <a16:creationId xmlns:a16="http://schemas.microsoft.com/office/drawing/2014/main" id="{6608D62D-785C-01EA-466B-90EFEFF157C3}"/>
                  </a:ext>
                </a:extLst>
              </p:cNvPr>
              <p:cNvGrpSpPr/>
              <p:nvPr/>
            </p:nvGrpSpPr>
            <p:grpSpPr>
              <a:xfrm>
                <a:off x="9097899" y="793051"/>
                <a:ext cx="780287" cy="950500"/>
                <a:chOff x="9097899" y="793051"/>
                <a:chExt cx="780287" cy="950500"/>
              </a:xfrm>
            </p:grpSpPr>
            <p:grpSp>
              <p:nvGrpSpPr>
                <p:cNvPr id="1073" name="Google Shape;1073;p32">
                  <a:extLst>
                    <a:ext uri="{FF2B5EF4-FFF2-40B4-BE49-F238E27FC236}">
                      <a16:creationId xmlns:a16="http://schemas.microsoft.com/office/drawing/2014/main" id="{E0CF8466-A34D-DABB-7F7F-0DDE0469EDE4}"/>
                    </a:ext>
                  </a:extLst>
                </p:cNvPr>
                <p:cNvGrpSpPr/>
                <p:nvPr/>
              </p:nvGrpSpPr>
              <p:grpSpPr>
                <a:xfrm>
                  <a:off x="9097899" y="793051"/>
                  <a:ext cx="780287" cy="41909"/>
                  <a:chOff x="9097899" y="793051"/>
                  <a:chExt cx="780287" cy="41909"/>
                </a:xfrm>
              </p:grpSpPr>
              <p:sp>
                <p:nvSpPr>
                  <p:cNvPr id="1074" name="Google Shape;1074;p32">
                    <a:extLst>
                      <a:ext uri="{FF2B5EF4-FFF2-40B4-BE49-F238E27FC236}">
                        <a16:creationId xmlns:a16="http://schemas.microsoft.com/office/drawing/2014/main" id="{B0AA3B2F-A793-D4CE-D9DF-D0EECF8F535F}"/>
                      </a:ext>
                    </a:extLst>
                  </p:cNvPr>
                  <p:cNvSpPr/>
                  <p:nvPr/>
                </p:nvSpPr>
                <p:spPr>
                  <a:xfrm>
                    <a:off x="9097899" y="793051"/>
                    <a:ext cx="41909" cy="419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09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75" name="Google Shape;1075;p32">
                    <a:extLst>
                      <a:ext uri="{FF2B5EF4-FFF2-40B4-BE49-F238E27FC236}">
                        <a16:creationId xmlns:a16="http://schemas.microsoft.com/office/drawing/2014/main" id="{60BB8BE7-4860-2444-4E08-D43E0A18EB33}"/>
                      </a:ext>
                    </a:extLst>
                  </p:cNvPr>
                  <p:cNvSpPr/>
                  <p:nvPr/>
                </p:nvSpPr>
                <p:spPr>
                  <a:xfrm>
                    <a:off x="9467088" y="793051"/>
                    <a:ext cx="41909" cy="419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09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76" name="Google Shape;1076;p32">
                    <a:extLst>
                      <a:ext uri="{FF2B5EF4-FFF2-40B4-BE49-F238E27FC236}">
                        <a16:creationId xmlns:a16="http://schemas.microsoft.com/office/drawing/2014/main" id="{A52AA27B-DE3B-1AD0-D15D-C03F4210ED29}"/>
                      </a:ext>
                    </a:extLst>
                  </p:cNvPr>
                  <p:cNvSpPr/>
                  <p:nvPr/>
                </p:nvSpPr>
                <p:spPr>
                  <a:xfrm>
                    <a:off x="9836277" y="793051"/>
                    <a:ext cx="41909" cy="419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09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77" name="Google Shape;1077;p32">
                  <a:extLst>
                    <a:ext uri="{FF2B5EF4-FFF2-40B4-BE49-F238E27FC236}">
                      <a16:creationId xmlns:a16="http://schemas.microsoft.com/office/drawing/2014/main" id="{156B07A0-5331-A473-A16E-DA9CBB6F659F}"/>
                    </a:ext>
                  </a:extLst>
                </p:cNvPr>
                <p:cNvGrpSpPr/>
                <p:nvPr/>
              </p:nvGrpSpPr>
              <p:grpSpPr>
                <a:xfrm>
                  <a:off x="9097899" y="1247298"/>
                  <a:ext cx="780287" cy="41910"/>
                  <a:chOff x="9097899" y="1247298"/>
                  <a:chExt cx="780287" cy="41910"/>
                </a:xfrm>
              </p:grpSpPr>
              <p:sp>
                <p:nvSpPr>
                  <p:cNvPr id="1078" name="Google Shape;1078;p32">
                    <a:extLst>
                      <a:ext uri="{FF2B5EF4-FFF2-40B4-BE49-F238E27FC236}">
                        <a16:creationId xmlns:a16="http://schemas.microsoft.com/office/drawing/2014/main" id="{2B2F1CA1-1109-0759-5C9E-E3B6A839E6B4}"/>
                      </a:ext>
                    </a:extLst>
                  </p:cNvPr>
                  <p:cNvSpPr/>
                  <p:nvPr/>
                </p:nvSpPr>
                <p:spPr>
                  <a:xfrm>
                    <a:off x="9097899" y="1247298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79" name="Google Shape;1079;p32">
                    <a:extLst>
                      <a:ext uri="{FF2B5EF4-FFF2-40B4-BE49-F238E27FC236}">
                        <a16:creationId xmlns:a16="http://schemas.microsoft.com/office/drawing/2014/main" id="{6ECBF18C-18A8-E4B7-FB13-3F1A0E166516}"/>
                      </a:ext>
                    </a:extLst>
                  </p:cNvPr>
                  <p:cNvSpPr/>
                  <p:nvPr/>
                </p:nvSpPr>
                <p:spPr>
                  <a:xfrm>
                    <a:off x="9836277" y="1247298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80" name="Google Shape;1080;p32">
                  <a:extLst>
                    <a:ext uri="{FF2B5EF4-FFF2-40B4-BE49-F238E27FC236}">
                      <a16:creationId xmlns:a16="http://schemas.microsoft.com/office/drawing/2014/main" id="{4A9F984D-90BA-EBF6-4C5F-5EB2BC3FB2AC}"/>
                    </a:ext>
                  </a:extLst>
                </p:cNvPr>
                <p:cNvGrpSpPr/>
                <p:nvPr/>
              </p:nvGrpSpPr>
              <p:grpSpPr>
                <a:xfrm>
                  <a:off x="9097899" y="1701641"/>
                  <a:ext cx="780287" cy="41910"/>
                  <a:chOff x="9097899" y="1701641"/>
                  <a:chExt cx="780287" cy="41910"/>
                </a:xfrm>
              </p:grpSpPr>
              <p:sp>
                <p:nvSpPr>
                  <p:cNvPr id="1081" name="Google Shape;1081;p32">
                    <a:extLst>
                      <a:ext uri="{FF2B5EF4-FFF2-40B4-BE49-F238E27FC236}">
                        <a16:creationId xmlns:a16="http://schemas.microsoft.com/office/drawing/2014/main" id="{A136A533-A60D-0878-EC67-2F33F5CE98A4}"/>
                      </a:ext>
                    </a:extLst>
                  </p:cNvPr>
                  <p:cNvSpPr/>
                  <p:nvPr/>
                </p:nvSpPr>
                <p:spPr>
                  <a:xfrm>
                    <a:off x="9097899" y="1701641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2" name="Google Shape;1082;p32">
                    <a:extLst>
                      <a:ext uri="{FF2B5EF4-FFF2-40B4-BE49-F238E27FC236}">
                        <a16:creationId xmlns:a16="http://schemas.microsoft.com/office/drawing/2014/main" id="{B4227665-0D9B-6ABD-7358-728A5B5C9670}"/>
                      </a:ext>
                    </a:extLst>
                  </p:cNvPr>
                  <p:cNvSpPr/>
                  <p:nvPr/>
                </p:nvSpPr>
                <p:spPr>
                  <a:xfrm>
                    <a:off x="9467088" y="1701641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3" name="Google Shape;1083;p32">
                    <a:extLst>
                      <a:ext uri="{FF2B5EF4-FFF2-40B4-BE49-F238E27FC236}">
                        <a16:creationId xmlns:a16="http://schemas.microsoft.com/office/drawing/2014/main" id="{95FC9E9F-1752-F156-A052-7A882FFE8748}"/>
                      </a:ext>
                    </a:extLst>
                  </p:cNvPr>
                  <p:cNvSpPr/>
                  <p:nvPr/>
                </p:nvSpPr>
                <p:spPr>
                  <a:xfrm>
                    <a:off x="9836277" y="1701641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1084" name="Google Shape;1084;p32">
              <a:extLst>
                <a:ext uri="{FF2B5EF4-FFF2-40B4-BE49-F238E27FC236}">
                  <a16:creationId xmlns:a16="http://schemas.microsoft.com/office/drawing/2014/main" id="{737A500F-A70E-B1B3-6DB9-EBE6BA511788}"/>
                </a:ext>
              </a:extLst>
            </p:cNvPr>
            <p:cNvGrpSpPr/>
            <p:nvPr/>
          </p:nvGrpSpPr>
          <p:grpSpPr>
            <a:xfrm>
              <a:off x="7074117" y="956519"/>
              <a:ext cx="215826" cy="125825"/>
              <a:chOff x="9521952" y="1508283"/>
              <a:chExt cx="256508" cy="149542"/>
            </a:xfrm>
          </p:grpSpPr>
          <p:sp>
            <p:nvSpPr>
              <p:cNvPr id="1085" name="Google Shape;1085;p32">
                <a:extLst>
                  <a:ext uri="{FF2B5EF4-FFF2-40B4-BE49-F238E27FC236}">
                    <a16:creationId xmlns:a16="http://schemas.microsoft.com/office/drawing/2014/main" id="{A30F85B5-A2C3-84F2-B019-309796D83D7A}"/>
                  </a:ext>
                </a:extLst>
              </p:cNvPr>
              <p:cNvSpPr/>
              <p:nvPr/>
            </p:nvSpPr>
            <p:spPr>
              <a:xfrm>
                <a:off x="9521952" y="1508283"/>
                <a:ext cx="256508" cy="149542"/>
              </a:xfrm>
              <a:custGeom>
                <a:avLst/>
                <a:gdLst/>
                <a:ahLst/>
                <a:cxnLst/>
                <a:rect l="l" t="t" r="r" b="b"/>
                <a:pathLst>
                  <a:path w="256508" h="149542" extrusionOk="0">
                    <a:moveTo>
                      <a:pt x="218694" y="0"/>
                    </a:moveTo>
                    <a:cubicBezTo>
                      <a:pt x="239578" y="0"/>
                      <a:pt x="256508" y="16930"/>
                      <a:pt x="256508" y="37814"/>
                    </a:cubicBezTo>
                    <a:lnTo>
                      <a:pt x="256508" y="111728"/>
                    </a:lnTo>
                    <a:cubicBezTo>
                      <a:pt x="256508" y="132612"/>
                      <a:pt x="239578" y="149543"/>
                      <a:pt x="218694" y="149543"/>
                    </a:cubicBezTo>
                    <a:lnTo>
                      <a:pt x="37814" y="149543"/>
                    </a:lnTo>
                    <a:cubicBezTo>
                      <a:pt x="16930" y="149543"/>
                      <a:pt x="1" y="132612"/>
                      <a:pt x="1" y="111728"/>
                    </a:cubicBezTo>
                    <a:lnTo>
                      <a:pt x="1" y="37814"/>
                    </a:lnTo>
                    <a:cubicBezTo>
                      <a:pt x="1" y="16930"/>
                      <a:pt x="16930" y="0"/>
                      <a:pt x="378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86" name="Google Shape;1086;p32">
                <a:extLst>
                  <a:ext uri="{FF2B5EF4-FFF2-40B4-BE49-F238E27FC236}">
                    <a16:creationId xmlns:a16="http://schemas.microsoft.com/office/drawing/2014/main" id="{9C6684E1-6ED7-A655-A7D6-5D664F9DC50F}"/>
                  </a:ext>
                </a:extLst>
              </p:cNvPr>
              <p:cNvGrpSpPr/>
              <p:nvPr/>
            </p:nvGrpSpPr>
            <p:grpSpPr>
              <a:xfrm>
                <a:off x="9556578" y="1534618"/>
                <a:ext cx="183763" cy="98921"/>
                <a:chOff x="9556578" y="1534618"/>
                <a:chExt cx="183763" cy="98921"/>
              </a:xfrm>
            </p:grpSpPr>
            <p:grpSp>
              <p:nvGrpSpPr>
                <p:cNvPr id="1087" name="Google Shape;1087;p32">
                  <a:extLst>
                    <a:ext uri="{FF2B5EF4-FFF2-40B4-BE49-F238E27FC236}">
                      <a16:creationId xmlns:a16="http://schemas.microsoft.com/office/drawing/2014/main" id="{380F71F4-E6F7-0E7D-F41F-7055572C843C}"/>
                    </a:ext>
                  </a:extLst>
                </p:cNvPr>
                <p:cNvGrpSpPr/>
                <p:nvPr/>
              </p:nvGrpSpPr>
              <p:grpSpPr>
                <a:xfrm>
                  <a:off x="9645396" y="1536115"/>
                  <a:ext cx="94945" cy="94946"/>
                  <a:chOff x="9645396" y="1536115"/>
                  <a:chExt cx="94945" cy="94946"/>
                </a:xfrm>
              </p:grpSpPr>
              <p:sp>
                <p:nvSpPr>
                  <p:cNvPr id="1088" name="Google Shape;1088;p32">
                    <a:extLst>
                      <a:ext uri="{FF2B5EF4-FFF2-40B4-BE49-F238E27FC236}">
                        <a16:creationId xmlns:a16="http://schemas.microsoft.com/office/drawing/2014/main" id="{C45CE87D-1894-E29A-CAB5-CC538532F880}"/>
                      </a:ext>
                    </a:extLst>
                  </p:cNvPr>
                  <p:cNvSpPr/>
                  <p:nvPr/>
                </p:nvSpPr>
                <p:spPr>
                  <a:xfrm>
                    <a:off x="9645396" y="1588389"/>
                    <a:ext cx="42671" cy="426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671" h="42672" extrusionOk="0">
                        <a:moveTo>
                          <a:pt x="16764" y="31147"/>
                        </a:moveTo>
                        <a:lnTo>
                          <a:pt x="42672" y="5144"/>
                        </a:lnTo>
                        <a:lnTo>
                          <a:pt x="37529" y="0"/>
                        </a:lnTo>
                        <a:lnTo>
                          <a:pt x="11525" y="25908"/>
                        </a:lnTo>
                        <a:lnTo>
                          <a:pt x="6382" y="28765"/>
                        </a:lnTo>
                        <a:lnTo>
                          <a:pt x="0" y="38576"/>
                        </a:lnTo>
                        <a:lnTo>
                          <a:pt x="4096" y="42672"/>
                        </a:lnTo>
                        <a:lnTo>
                          <a:pt x="13906" y="36290"/>
                        </a:lnTo>
                        <a:lnTo>
                          <a:pt x="16764" y="31147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9" name="Google Shape;1089;p32">
                    <a:extLst>
                      <a:ext uri="{FF2B5EF4-FFF2-40B4-BE49-F238E27FC236}">
                        <a16:creationId xmlns:a16="http://schemas.microsoft.com/office/drawing/2014/main" id="{AE013516-A88A-E71F-7C5E-7119492D19FB}"/>
                      </a:ext>
                    </a:extLst>
                  </p:cNvPr>
                  <p:cNvSpPr/>
                  <p:nvPr/>
                </p:nvSpPr>
                <p:spPr>
                  <a:xfrm>
                    <a:off x="9674923" y="1536115"/>
                    <a:ext cx="65418" cy="654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418" h="65418" extrusionOk="0">
                        <a:moveTo>
                          <a:pt x="36576" y="54845"/>
                        </a:moveTo>
                        <a:lnTo>
                          <a:pt x="63246" y="28175"/>
                        </a:lnTo>
                        <a:cubicBezTo>
                          <a:pt x="64008" y="27413"/>
                          <a:pt x="64484" y="26461"/>
                          <a:pt x="64770" y="25413"/>
                        </a:cubicBezTo>
                        <a:cubicBezTo>
                          <a:pt x="65627" y="21794"/>
                          <a:pt x="66866" y="13602"/>
                          <a:pt x="59341" y="6077"/>
                        </a:cubicBezTo>
                        <a:cubicBezTo>
                          <a:pt x="51816" y="-1447"/>
                          <a:pt x="43625" y="-209"/>
                          <a:pt x="40005" y="648"/>
                        </a:cubicBezTo>
                        <a:cubicBezTo>
                          <a:pt x="38958" y="934"/>
                          <a:pt x="38005" y="1410"/>
                          <a:pt x="37243" y="2172"/>
                        </a:cubicBezTo>
                        <a:lnTo>
                          <a:pt x="10573" y="28842"/>
                        </a:lnTo>
                        <a:cubicBezTo>
                          <a:pt x="14669" y="32938"/>
                          <a:pt x="14669" y="39701"/>
                          <a:pt x="10573" y="43796"/>
                        </a:cubicBezTo>
                        <a:lnTo>
                          <a:pt x="8287" y="46082"/>
                        </a:lnTo>
                        <a:lnTo>
                          <a:pt x="4286" y="42082"/>
                        </a:lnTo>
                        <a:lnTo>
                          <a:pt x="0" y="46368"/>
                        </a:lnTo>
                        <a:lnTo>
                          <a:pt x="19050" y="65418"/>
                        </a:lnTo>
                        <a:lnTo>
                          <a:pt x="23336" y="61132"/>
                        </a:lnTo>
                        <a:lnTo>
                          <a:pt x="19336" y="57131"/>
                        </a:lnTo>
                        <a:lnTo>
                          <a:pt x="21622" y="54845"/>
                        </a:lnTo>
                        <a:cubicBezTo>
                          <a:pt x="25718" y="50750"/>
                          <a:pt x="32481" y="50750"/>
                          <a:pt x="36576" y="5484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90" name="Google Shape;1090;p32">
                  <a:extLst>
                    <a:ext uri="{FF2B5EF4-FFF2-40B4-BE49-F238E27FC236}">
                      <a16:creationId xmlns:a16="http://schemas.microsoft.com/office/drawing/2014/main" id="{4C1C4CE4-41FE-2B64-9DA9-2597056D7089}"/>
                    </a:ext>
                  </a:extLst>
                </p:cNvPr>
                <p:cNvGrpSpPr/>
                <p:nvPr/>
              </p:nvGrpSpPr>
              <p:grpSpPr>
                <a:xfrm>
                  <a:off x="9556578" y="1534618"/>
                  <a:ext cx="98773" cy="98921"/>
                  <a:chOff x="9556578" y="1534618"/>
                  <a:chExt cx="98773" cy="98921"/>
                </a:xfrm>
              </p:grpSpPr>
              <p:sp>
                <p:nvSpPr>
                  <p:cNvPr id="1091" name="Google Shape;1091;p32">
                    <a:extLst>
                      <a:ext uri="{FF2B5EF4-FFF2-40B4-BE49-F238E27FC236}">
                        <a16:creationId xmlns:a16="http://schemas.microsoft.com/office/drawing/2014/main" id="{AA776B7E-26B9-7740-BF2C-A2D5CAF264F3}"/>
                      </a:ext>
                    </a:extLst>
                  </p:cNvPr>
                  <p:cNvSpPr/>
                  <p:nvPr/>
                </p:nvSpPr>
                <p:spPr>
                  <a:xfrm>
                    <a:off x="9556578" y="1534618"/>
                    <a:ext cx="98773" cy="9892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8773" h="98921" extrusionOk="0">
                        <a:moveTo>
                          <a:pt x="40717" y="72440"/>
                        </a:moveTo>
                        <a:lnTo>
                          <a:pt x="72244" y="40912"/>
                        </a:lnTo>
                        <a:cubicBezTo>
                          <a:pt x="74149" y="39007"/>
                          <a:pt x="76721" y="38054"/>
                          <a:pt x="79388" y="38054"/>
                        </a:cubicBezTo>
                        <a:cubicBezTo>
                          <a:pt x="84341" y="38150"/>
                          <a:pt x="89389" y="36340"/>
                          <a:pt x="93199" y="32530"/>
                        </a:cubicBezTo>
                        <a:cubicBezTo>
                          <a:pt x="98247" y="27482"/>
                          <a:pt x="99866" y="20243"/>
                          <a:pt x="98057" y="13766"/>
                        </a:cubicBezTo>
                        <a:lnTo>
                          <a:pt x="88722" y="23100"/>
                        </a:lnTo>
                        <a:lnTo>
                          <a:pt x="78435" y="20338"/>
                        </a:lnTo>
                        <a:lnTo>
                          <a:pt x="75673" y="10051"/>
                        </a:lnTo>
                        <a:lnTo>
                          <a:pt x="85007" y="716"/>
                        </a:lnTo>
                        <a:cubicBezTo>
                          <a:pt x="78626" y="-1093"/>
                          <a:pt x="71482" y="526"/>
                          <a:pt x="66434" y="5574"/>
                        </a:cubicBezTo>
                        <a:cubicBezTo>
                          <a:pt x="62624" y="9384"/>
                          <a:pt x="60814" y="14432"/>
                          <a:pt x="60909" y="19385"/>
                        </a:cubicBezTo>
                        <a:cubicBezTo>
                          <a:pt x="60909" y="22052"/>
                          <a:pt x="59957" y="24624"/>
                          <a:pt x="58052" y="26529"/>
                        </a:cubicBezTo>
                        <a:lnTo>
                          <a:pt x="26524" y="58057"/>
                        </a:lnTo>
                        <a:cubicBezTo>
                          <a:pt x="24619" y="59962"/>
                          <a:pt x="22047" y="60914"/>
                          <a:pt x="19380" y="60914"/>
                        </a:cubicBezTo>
                        <a:cubicBezTo>
                          <a:pt x="14427" y="60819"/>
                          <a:pt x="9379" y="62629"/>
                          <a:pt x="5569" y="66439"/>
                        </a:cubicBezTo>
                        <a:cubicBezTo>
                          <a:pt x="-2146" y="74154"/>
                          <a:pt x="-1861" y="86918"/>
                          <a:pt x="6522" y="94252"/>
                        </a:cubicBezTo>
                        <a:cubicBezTo>
                          <a:pt x="13761" y="100634"/>
                          <a:pt x="24905" y="100443"/>
                          <a:pt x="32048" y="93871"/>
                        </a:cubicBezTo>
                        <a:cubicBezTo>
                          <a:pt x="36239" y="89966"/>
                          <a:pt x="38240" y="84632"/>
                          <a:pt x="38145" y="79393"/>
                        </a:cubicBezTo>
                        <a:cubicBezTo>
                          <a:pt x="38145" y="76821"/>
                          <a:pt x="39097" y="74249"/>
                          <a:pt x="41002" y="72440"/>
                        </a:cubicBezTo>
                        <a:close/>
                        <a:moveTo>
                          <a:pt x="16618" y="87965"/>
                        </a:moveTo>
                        <a:lnTo>
                          <a:pt x="10713" y="82060"/>
                        </a:lnTo>
                        <a:lnTo>
                          <a:pt x="12903" y="73964"/>
                        </a:lnTo>
                        <a:lnTo>
                          <a:pt x="21000" y="71773"/>
                        </a:lnTo>
                        <a:lnTo>
                          <a:pt x="26905" y="77678"/>
                        </a:lnTo>
                        <a:lnTo>
                          <a:pt x="24714" y="85775"/>
                        </a:lnTo>
                        <a:lnTo>
                          <a:pt x="16618" y="8796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92" name="Google Shape;1092;p32">
                    <a:extLst>
                      <a:ext uri="{FF2B5EF4-FFF2-40B4-BE49-F238E27FC236}">
                        <a16:creationId xmlns:a16="http://schemas.microsoft.com/office/drawing/2014/main" id="{EDE62C2D-C5F4-B8E7-99AC-761B49032EFD}"/>
                      </a:ext>
                    </a:extLst>
                  </p:cNvPr>
                  <p:cNvSpPr/>
                  <p:nvPr/>
                </p:nvSpPr>
                <p:spPr>
                  <a:xfrm>
                    <a:off x="9597270" y="1577125"/>
                    <a:ext cx="15573" cy="155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573" h="15573" extrusionOk="0">
                        <a:moveTo>
                          <a:pt x="786" y="14883"/>
                        </a:moveTo>
                        <a:lnTo>
                          <a:pt x="786" y="14883"/>
                        </a:lnTo>
                        <a:cubicBezTo>
                          <a:pt x="-262" y="13835"/>
                          <a:pt x="-262" y="12025"/>
                          <a:pt x="786" y="10882"/>
                        </a:cubicBezTo>
                        <a:lnTo>
                          <a:pt x="10882" y="786"/>
                        </a:lnTo>
                        <a:cubicBezTo>
                          <a:pt x="11930" y="-262"/>
                          <a:pt x="13740" y="-262"/>
                          <a:pt x="14788" y="786"/>
                        </a:cubicBezTo>
                        <a:lnTo>
                          <a:pt x="14788" y="786"/>
                        </a:lnTo>
                        <a:cubicBezTo>
                          <a:pt x="15835" y="1834"/>
                          <a:pt x="15835" y="3643"/>
                          <a:pt x="14788" y="4691"/>
                        </a:cubicBezTo>
                        <a:lnTo>
                          <a:pt x="4691" y="14788"/>
                        </a:lnTo>
                        <a:cubicBezTo>
                          <a:pt x="3643" y="15835"/>
                          <a:pt x="1834" y="15835"/>
                          <a:pt x="690" y="1478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grpSp>
        <p:nvGrpSpPr>
          <p:cNvPr id="1093" name="Google Shape;1093;p32">
            <a:extLst>
              <a:ext uri="{FF2B5EF4-FFF2-40B4-BE49-F238E27FC236}">
                <a16:creationId xmlns:a16="http://schemas.microsoft.com/office/drawing/2014/main" id="{3AA57594-8F25-4D3F-867E-B1DB78F1F824}"/>
              </a:ext>
            </a:extLst>
          </p:cNvPr>
          <p:cNvGrpSpPr/>
          <p:nvPr/>
        </p:nvGrpSpPr>
        <p:grpSpPr>
          <a:xfrm>
            <a:off x="254436" y="3695349"/>
            <a:ext cx="917374" cy="683570"/>
            <a:chOff x="1914620" y="1930431"/>
            <a:chExt cx="572929" cy="426911"/>
          </a:xfrm>
        </p:grpSpPr>
        <p:grpSp>
          <p:nvGrpSpPr>
            <p:cNvPr id="1094" name="Google Shape;1094;p32">
              <a:extLst>
                <a:ext uri="{FF2B5EF4-FFF2-40B4-BE49-F238E27FC236}">
                  <a16:creationId xmlns:a16="http://schemas.microsoft.com/office/drawing/2014/main" id="{3E7CEEF3-4EDC-60B8-EE42-E62EE733D240}"/>
                </a:ext>
              </a:extLst>
            </p:cNvPr>
            <p:cNvGrpSpPr/>
            <p:nvPr/>
          </p:nvGrpSpPr>
          <p:grpSpPr>
            <a:xfrm>
              <a:off x="1914620" y="1930431"/>
              <a:ext cx="572929" cy="426911"/>
              <a:chOff x="1914620" y="1930431"/>
              <a:chExt cx="572929" cy="426911"/>
            </a:xfrm>
          </p:grpSpPr>
          <p:sp>
            <p:nvSpPr>
              <p:cNvPr id="1095" name="Google Shape;1095;p32">
                <a:extLst>
                  <a:ext uri="{FF2B5EF4-FFF2-40B4-BE49-F238E27FC236}">
                    <a16:creationId xmlns:a16="http://schemas.microsoft.com/office/drawing/2014/main" id="{243CA247-00C2-78FA-8645-F3ED78C8A77A}"/>
                  </a:ext>
                </a:extLst>
              </p:cNvPr>
              <p:cNvSpPr/>
              <p:nvPr/>
            </p:nvSpPr>
            <p:spPr>
              <a:xfrm>
                <a:off x="2042160" y="1930431"/>
                <a:ext cx="445389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6" extrusionOk="0">
                    <a:moveTo>
                      <a:pt x="139065" y="7620"/>
                    </a:moveTo>
                    <a:lnTo>
                      <a:pt x="173355" y="41910"/>
                    </a:lnTo>
                    <a:cubicBezTo>
                      <a:pt x="178308" y="46863"/>
                      <a:pt x="185071" y="49721"/>
                      <a:pt x="192119" y="49721"/>
                    </a:cubicBezTo>
                    <a:lnTo>
                      <a:pt x="418910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10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6" name="Google Shape;1096;p32">
                <a:extLst>
                  <a:ext uri="{FF2B5EF4-FFF2-40B4-BE49-F238E27FC236}">
                    <a16:creationId xmlns:a16="http://schemas.microsoft.com/office/drawing/2014/main" id="{CE701E94-0725-67C8-61FF-311D595D9572}"/>
                  </a:ext>
                </a:extLst>
              </p:cNvPr>
              <p:cNvSpPr/>
              <p:nvPr/>
            </p:nvSpPr>
            <p:spPr>
              <a:xfrm>
                <a:off x="1978342" y="1994058"/>
                <a:ext cx="445389" cy="299465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5" extrusionOk="0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6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6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7" name="Google Shape;1097;p32">
                <a:extLst>
                  <a:ext uri="{FF2B5EF4-FFF2-40B4-BE49-F238E27FC236}">
                    <a16:creationId xmlns:a16="http://schemas.microsoft.com/office/drawing/2014/main" id="{FDED6B7E-9CFF-D0A2-2E4F-9E1766D18212}"/>
                  </a:ext>
                </a:extLst>
              </p:cNvPr>
              <p:cNvSpPr/>
              <p:nvPr/>
            </p:nvSpPr>
            <p:spPr>
              <a:xfrm>
                <a:off x="1914620" y="2057876"/>
                <a:ext cx="445389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6" extrusionOk="0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98" name="Google Shape;1098;p32">
              <a:extLst>
                <a:ext uri="{FF2B5EF4-FFF2-40B4-BE49-F238E27FC236}">
                  <a16:creationId xmlns:a16="http://schemas.microsoft.com/office/drawing/2014/main" id="{093C86A7-ABFF-F1AC-47DA-B14B8C6140F4}"/>
                </a:ext>
              </a:extLst>
            </p:cNvPr>
            <p:cNvSpPr/>
            <p:nvPr/>
          </p:nvSpPr>
          <p:spPr>
            <a:xfrm>
              <a:off x="2024157" y="2180272"/>
              <a:ext cx="222980" cy="101917"/>
            </a:xfrm>
            <a:custGeom>
              <a:avLst/>
              <a:gdLst/>
              <a:ahLst/>
              <a:cxnLst/>
              <a:rect l="l" t="t" r="r" b="b"/>
              <a:pathLst>
                <a:path w="222980" h="101917" extrusionOk="0">
                  <a:moveTo>
                    <a:pt x="25051" y="45529"/>
                  </a:moveTo>
                  <a:lnTo>
                    <a:pt x="0" y="45529"/>
                  </a:lnTo>
                  <a:lnTo>
                    <a:pt x="0" y="56388"/>
                  </a:lnTo>
                  <a:lnTo>
                    <a:pt x="25051" y="56388"/>
                  </a:lnTo>
                  <a:lnTo>
                    <a:pt x="25051" y="45529"/>
                  </a:lnTo>
                  <a:close/>
                  <a:moveTo>
                    <a:pt x="115538" y="79153"/>
                  </a:moveTo>
                  <a:lnTo>
                    <a:pt x="184023" y="79153"/>
                  </a:lnTo>
                  <a:lnTo>
                    <a:pt x="184023" y="68294"/>
                  </a:lnTo>
                  <a:lnTo>
                    <a:pt x="115538" y="68294"/>
                  </a:lnTo>
                  <a:lnTo>
                    <a:pt x="115538" y="79153"/>
                  </a:lnTo>
                  <a:close/>
                  <a:moveTo>
                    <a:pt x="32766" y="56388"/>
                  </a:moveTo>
                  <a:lnTo>
                    <a:pt x="129730" y="56388"/>
                  </a:lnTo>
                  <a:lnTo>
                    <a:pt x="129730" y="45529"/>
                  </a:lnTo>
                  <a:lnTo>
                    <a:pt x="32766" y="45529"/>
                  </a:lnTo>
                  <a:lnTo>
                    <a:pt x="32766" y="56388"/>
                  </a:lnTo>
                  <a:close/>
                  <a:moveTo>
                    <a:pt x="184023" y="0"/>
                  </a:moveTo>
                  <a:lnTo>
                    <a:pt x="23908" y="0"/>
                  </a:lnTo>
                  <a:lnTo>
                    <a:pt x="23908" y="10858"/>
                  </a:lnTo>
                  <a:lnTo>
                    <a:pt x="184023" y="10858"/>
                  </a:lnTo>
                  <a:lnTo>
                    <a:pt x="184023" y="0"/>
                  </a:lnTo>
                  <a:close/>
                  <a:moveTo>
                    <a:pt x="47815" y="22765"/>
                  </a:moveTo>
                  <a:lnTo>
                    <a:pt x="0" y="22765"/>
                  </a:lnTo>
                  <a:lnTo>
                    <a:pt x="0" y="33623"/>
                  </a:lnTo>
                  <a:lnTo>
                    <a:pt x="47815" y="33623"/>
                  </a:lnTo>
                  <a:lnTo>
                    <a:pt x="47815" y="22765"/>
                  </a:lnTo>
                  <a:close/>
                  <a:moveTo>
                    <a:pt x="102584" y="68294"/>
                  </a:moveTo>
                  <a:lnTo>
                    <a:pt x="0" y="68294"/>
                  </a:lnTo>
                  <a:lnTo>
                    <a:pt x="0" y="79153"/>
                  </a:lnTo>
                  <a:lnTo>
                    <a:pt x="102584" y="79153"/>
                  </a:lnTo>
                  <a:lnTo>
                    <a:pt x="102584" y="68294"/>
                  </a:lnTo>
                  <a:close/>
                  <a:moveTo>
                    <a:pt x="146875" y="101918"/>
                  </a:moveTo>
                  <a:lnTo>
                    <a:pt x="195644" y="101918"/>
                  </a:lnTo>
                  <a:lnTo>
                    <a:pt x="195644" y="91059"/>
                  </a:lnTo>
                  <a:lnTo>
                    <a:pt x="146875" y="91059"/>
                  </a:lnTo>
                  <a:lnTo>
                    <a:pt x="146875" y="101918"/>
                  </a:lnTo>
                  <a:close/>
                  <a:moveTo>
                    <a:pt x="0" y="101918"/>
                  </a:moveTo>
                  <a:lnTo>
                    <a:pt x="62198" y="101918"/>
                  </a:lnTo>
                  <a:lnTo>
                    <a:pt x="62198" y="91059"/>
                  </a:lnTo>
                  <a:lnTo>
                    <a:pt x="0" y="91059"/>
                  </a:lnTo>
                  <a:lnTo>
                    <a:pt x="0" y="101918"/>
                  </a:lnTo>
                  <a:close/>
                  <a:moveTo>
                    <a:pt x="60769" y="33623"/>
                  </a:moveTo>
                  <a:lnTo>
                    <a:pt x="222980" y="33623"/>
                  </a:lnTo>
                  <a:lnTo>
                    <a:pt x="222980" y="22765"/>
                  </a:lnTo>
                  <a:lnTo>
                    <a:pt x="60769" y="22765"/>
                  </a:lnTo>
                  <a:lnTo>
                    <a:pt x="60769" y="33623"/>
                  </a:lnTo>
                  <a:close/>
                  <a:moveTo>
                    <a:pt x="190500" y="0"/>
                  </a:moveTo>
                  <a:lnTo>
                    <a:pt x="190500" y="10858"/>
                  </a:lnTo>
                  <a:lnTo>
                    <a:pt x="222980" y="10858"/>
                  </a:lnTo>
                  <a:lnTo>
                    <a:pt x="222980" y="0"/>
                  </a:lnTo>
                  <a:lnTo>
                    <a:pt x="190500" y="0"/>
                  </a:lnTo>
                  <a:close/>
                  <a:moveTo>
                    <a:pt x="137350" y="56388"/>
                  </a:moveTo>
                  <a:lnTo>
                    <a:pt x="222980" y="56388"/>
                  </a:lnTo>
                  <a:lnTo>
                    <a:pt x="222980" y="45529"/>
                  </a:lnTo>
                  <a:lnTo>
                    <a:pt x="137350" y="45529"/>
                  </a:lnTo>
                  <a:lnTo>
                    <a:pt x="137350" y="56388"/>
                  </a:lnTo>
                  <a:close/>
                  <a:moveTo>
                    <a:pt x="196882" y="79153"/>
                  </a:moveTo>
                  <a:lnTo>
                    <a:pt x="222885" y="79153"/>
                  </a:lnTo>
                  <a:lnTo>
                    <a:pt x="222885" y="68294"/>
                  </a:lnTo>
                  <a:lnTo>
                    <a:pt x="196882" y="68294"/>
                  </a:lnTo>
                  <a:lnTo>
                    <a:pt x="196882" y="79153"/>
                  </a:lnTo>
                  <a:close/>
                  <a:moveTo>
                    <a:pt x="75057" y="101918"/>
                  </a:moveTo>
                  <a:lnTo>
                    <a:pt x="139065" y="101918"/>
                  </a:lnTo>
                  <a:lnTo>
                    <a:pt x="139065" y="91059"/>
                  </a:lnTo>
                  <a:lnTo>
                    <a:pt x="75057" y="91059"/>
                  </a:lnTo>
                  <a:lnTo>
                    <a:pt x="75057" y="10191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69615952"/>
      </p:ext>
    </p:extLst>
  </p:cSld>
  <p:clrMapOvr>
    <a:masterClrMapping/>
  </p:clrMapOvr>
</p:sld>
</file>

<file path=ppt/theme/theme1.xml><?xml version="1.0" encoding="utf-8"?>
<a:theme xmlns:a="http://schemas.openxmlformats.org/drawingml/2006/main" name="Multimedia Software Pitch Deck by Slidesgo">
  <a:themeElements>
    <a:clrScheme name="Simple Light">
      <a:dk1>
        <a:srgbClr val="35363B"/>
      </a:dk1>
      <a:lt1>
        <a:srgbClr val="F3F3F3"/>
      </a:lt1>
      <a:dk2>
        <a:srgbClr val="D9DDE3"/>
      </a:dk2>
      <a:lt2>
        <a:srgbClr val="BA0034"/>
      </a:lt2>
      <a:accent1>
        <a:srgbClr val="F8B85E"/>
      </a:accent1>
      <a:accent2>
        <a:srgbClr val="34909D"/>
      </a:accent2>
      <a:accent3>
        <a:srgbClr val="55C0ED"/>
      </a:accent3>
      <a:accent4>
        <a:srgbClr val="6F7082"/>
      </a:accent4>
      <a:accent5>
        <a:srgbClr val="CED0D6"/>
      </a:accent5>
      <a:accent6>
        <a:srgbClr val="42444F"/>
      </a:accent6>
      <a:hlink>
        <a:srgbClr val="35363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714</TotalTime>
  <Words>1319</Words>
  <Application>Microsoft Office PowerPoint</Application>
  <PresentationFormat>On-screen Show (16:9)</PresentationFormat>
  <Paragraphs>137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6" baseType="lpstr">
      <vt:lpstr>Arial</vt:lpstr>
      <vt:lpstr>Epilogue</vt:lpstr>
      <vt:lpstr>Calibri</vt:lpstr>
      <vt:lpstr>Alexandria Black</vt:lpstr>
      <vt:lpstr>Alexandria Light</vt:lpstr>
      <vt:lpstr>Alexandria</vt:lpstr>
      <vt:lpstr>Cambria Math</vt:lpstr>
      <vt:lpstr>Nunito Light</vt:lpstr>
      <vt:lpstr>Raleway</vt:lpstr>
      <vt:lpstr>Alexandria ExtraBold</vt:lpstr>
      <vt:lpstr>Alexandria Medium</vt:lpstr>
      <vt:lpstr>Lato</vt:lpstr>
      <vt:lpstr>Wingdings</vt:lpstr>
      <vt:lpstr>Multimedia Software Pitch Deck by Slidesgo</vt:lpstr>
      <vt:lpstr>Chủ đề 6: Nhận dạng chữ viết và hình dạng đơn giản bằng mạng neural</vt:lpstr>
      <vt:lpstr>Nội dung thuyết trình</vt:lpstr>
      <vt:lpstr>GIỚI THIỆU BÀI TOÁN</vt:lpstr>
      <vt:lpstr>Bài toán nhận diện</vt:lpstr>
      <vt:lpstr>CÁC BƯỚC TIỀN XỬ LÝ</vt:lpstr>
      <vt:lpstr>Bước 1: Chuyển đổi từ ảnh màu thành ảnh xám</vt:lpstr>
      <vt:lpstr>Bước 2: Loại bỏ nhiễu muối tiêu bằng bộ lọc trung vị</vt:lpstr>
      <vt:lpstr>Bước 3: Tách ngưỡng theo Otsu Threshold</vt:lpstr>
      <vt:lpstr>Bước 4: Tìm biên và xác định BoundingBox</vt:lpstr>
      <vt:lpstr>Bước 5: Tách các đối tượng ra khỏi ảnh gốc</vt:lpstr>
      <vt:lpstr>Bước 6: Chuẩn hóa kích thước ảnh</vt:lpstr>
      <vt:lpstr>Bước 7: Căn giữa trọng tâm ảnh</vt:lpstr>
      <vt:lpstr>Bước 8: Chuẩn hóa</vt:lpstr>
      <vt:lpstr>XÂY DỰNG MÔ HÌNH</vt:lpstr>
      <vt:lpstr>Tổng quan về mô hình</vt:lpstr>
      <vt:lpstr>Lớp Convolution: Học Đặc Trưng Cục Bộ</vt:lpstr>
      <vt:lpstr>Lớp Dense (Fully Connected)</vt:lpstr>
      <vt:lpstr>Kỹ Thuật Ổn Định &amp; Tối Ưu</vt:lpstr>
      <vt:lpstr>Thuật Toán Tối Ưu Hóa - Adam</vt:lpstr>
      <vt:lpstr>Hàm Mất Mát (Loss Function)</vt:lpstr>
      <vt:lpstr>Các hàm callbacks</vt:lpstr>
      <vt:lpstr>Demo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NGUYEN</dc:creator>
  <cp:lastModifiedBy>Cao Nguyên</cp:lastModifiedBy>
  <cp:revision>10</cp:revision>
  <dcterms:modified xsi:type="dcterms:W3CDTF">2025-12-01T01:26:51Z</dcterms:modified>
</cp:coreProperties>
</file>